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0" r:id="rId2"/>
    <p:sldId id="257" r:id="rId3"/>
    <p:sldId id="266" r:id="rId4"/>
    <p:sldId id="258" r:id="rId5"/>
    <p:sldId id="267" r:id="rId6"/>
    <p:sldId id="259" r:id="rId7"/>
    <p:sldId id="260" r:id="rId8"/>
    <p:sldId id="268" r:id="rId9"/>
    <p:sldId id="261" r:id="rId10"/>
    <p:sldId id="262" r:id="rId11"/>
    <p:sldId id="269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3.svg"/><Relationship Id="rId5" Type="http://schemas.openxmlformats.org/officeDocument/2006/relationships/image" Target="../media/image7.sv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17.sv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3.svg"/><Relationship Id="rId5" Type="http://schemas.openxmlformats.org/officeDocument/2006/relationships/image" Target="../media/image7.sv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17.sv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#3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#4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E090CA-9EB6-4AA0-9A5B-E0818BC404AE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11B73E4-6508-4A4B-BF0E-F9F497EEB4CC}">
      <dgm:prSet/>
      <dgm:spPr/>
      <dgm:t>
        <a:bodyPr/>
        <a:lstStyle/>
        <a:p>
          <a:r>
            <a:rPr lang="en-US" dirty="0"/>
            <a:t> </a:t>
          </a:r>
          <a:r>
            <a:rPr lang="en-US" dirty="0" err="1"/>
            <a:t>Swarmplot</a:t>
          </a:r>
          <a:r>
            <a:rPr lang="en-US" dirty="0"/>
            <a:t>: displays individual data points along a categorical axis.</a:t>
          </a:r>
        </a:p>
      </dgm:t>
    </dgm:pt>
    <dgm:pt modelId="{2C8C2FF8-E1DB-44AF-BC3A-9DEAD03736CF}" type="parTrans" cxnId="{7FEF6221-2DA0-489C-A0E8-8EF942B03A07}">
      <dgm:prSet/>
      <dgm:spPr/>
      <dgm:t>
        <a:bodyPr/>
        <a:lstStyle/>
        <a:p>
          <a:endParaRPr lang="en-US"/>
        </a:p>
      </dgm:t>
    </dgm:pt>
    <dgm:pt modelId="{75B1E7ED-8D0D-4158-8FBD-F4D4CB56BCCB}" type="sibTrans" cxnId="{7FEF6221-2DA0-489C-A0E8-8EF942B03A07}">
      <dgm:prSet/>
      <dgm:spPr/>
      <dgm:t>
        <a:bodyPr/>
        <a:lstStyle/>
        <a:p>
          <a:endParaRPr lang="en-US"/>
        </a:p>
      </dgm:t>
    </dgm:pt>
    <dgm:pt modelId="{FDC1801F-6087-4BB7-9138-8D45EE7E6339}">
      <dgm:prSet/>
      <dgm:spPr/>
      <dgm:t>
        <a:bodyPr/>
        <a:lstStyle/>
        <a:p>
          <a:r>
            <a:rPr lang="en-US" dirty="0"/>
            <a:t> Avoids overlap → density visible.</a:t>
          </a:r>
        </a:p>
      </dgm:t>
    </dgm:pt>
    <dgm:pt modelId="{D0430B4B-136E-4305-91F8-09496BFF7306}" type="parTrans" cxnId="{1843828D-31E8-494C-BD02-C76E16A963DF}">
      <dgm:prSet/>
      <dgm:spPr/>
      <dgm:t>
        <a:bodyPr/>
        <a:lstStyle/>
        <a:p>
          <a:endParaRPr lang="en-US"/>
        </a:p>
      </dgm:t>
    </dgm:pt>
    <dgm:pt modelId="{06C60BF5-5444-4BE8-88C4-3326FDD91A46}" type="sibTrans" cxnId="{1843828D-31E8-494C-BD02-C76E16A963DF}">
      <dgm:prSet/>
      <dgm:spPr/>
      <dgm:t>
        <a:bodyPr/>
        <a:lstStyle/>
        <a:p>
          <a:endParaRPr lang="en-US"/>
        </a:p>
      </dgm:t>
    </dgm:pt>
    <dgm:pt modelId="{4694EFD2-15B2-491C-98D1-21E01F230F4C}">
      <dgm:prSet/>
      <dgm:spPr/>
      <dgm:t>
        <a:bodyPr/>
        <a:lstStyle/>
        <a:p>
          <a:r>
            <a:rPr lang="en-US" dirty="0"/>
            <a:t>Violin plot: mirrors density (KDE) showing full distribution.</a:t>
          </a:r>
        </a:p>
      </dgm:t>
    </dgm:pt>
    <dgm:pt modelId="{1625E464-70A5-4134-827A-DFAD72E81E15}" type="parTrans" cxnId="{9003EDED-7BD2-48F9-A304-B4CB372209CF}">
      <dgm:prSet/>
      <dgm:spPr/>
      <dgm:t>
        <a:bodyPr/>
        <a:lstStyle/>
        <a:p>
          <a:endParaRPr lang="en-US"/>
        </a:p>
      </dgm:t>
    </dgm:pt>
    <dgm:pt modelId="{EC6E602B-5E54-4DBC-B64B-28CB59492778}" type="sibTrans" cxnId="{9003EDED-7BD2-48F9-A304-B4CB372209CF}">
      <dgm:prSet/>
      <dgm:spPr/>
      <dgm:t>
        <a:bodyPr/>
        <a:lstStyle/>
        <a:p>
          <a:endParaRPr lang="en-US"/>
        </a:p>
      </dgm:t>
    </dgm:pt>
    <dgm:pt modelId="{5509C871-6ADC-4613-9619-90E4F4BA0E05}">
      <dgm:prSet/>
      <dgm:spPr/>
      <dgm:t>
        <a:bodyPr/>
        <a:lstStyle/>
        <a:p>
          <a:r>
            <a:rPr lang="en-US" dirty="0"/>
            <a:t>Combining both gives shape + individual values.</a:t>
          </a:r>
        </a:p>
      </dgm:t>
    </dgm:pt>
    <dgm:pt modelId="{63B9661E-A5CD-4C6E-9B12-8920A1E8371E}" type="parTrans" cxnId="{7FDDBF15-A17D-4FCA-803F-56F74E3A6E06}">
      <dgm:prSet/>
      <dgm:spPr/>
      <dgm:t>
        <a:bodyPr/>
        <a:lstStyle/>
        <a:p>
          <a:endParaRPr lang="en-US"/>
        </a:p>
      </dgm:t>
    </dgm:pt>
    <dgm:pt modelId="{C6244219-1385-4339-A44A-0FF99C25EFD4}" type="sibTrans" cxnId="{7FDDBF15-A17D-4FCA-803F-56F74E3A6E06}">
      <dgm:prSet/>
      <dgm:spPr/>
      <dgm:t>
        <a:bodyPr/>
        <a:lstStyle/>
        <a:p>
          <a:endParaRPr lang="en-US"/>
        </a:p>
      </dgm:t>
    </dgm:pt>
    <dgm:pt modelId="{15B17C88-3203-428A-A743-DA5E3C13B069}">
      <dgm:prSet/>
      <dgm:spPr/>
      <dgm:t>
        <a:bodyPr/>
        <a:lstStyle/>
        <a:p>
          <a:r>
            <a:rPr lang="en-US"/>
            <a:t>Key Code: sns.swarmplot(x='origin', y='horsepower', data=df)</a:t>
          </a:r>
        </a:p>
      </dgm:t>
    </dgm:pt>
    <dgm:pt modelId="{2679F8E8-7503-4430-B50C-32C3749642B2}" type="parTrans" cxnId="{1650E66E-DF86-4500-B55C-3B41102809BA}">
      <dgm:prSet/>
      <dgm:spPr/>
      <dgm:t>
        <a:bodyPr/>
        <a:lstStyle/>
        <a:p>
          <a:endParaRPr lang="en-US"/>
        </a:p>
      </dgm:t>
    </dgm:pt>
    <dgm:pt modelId="{77CF78E2-BF9B-4014-8559-DAD10E785477}" type="sibTrans" cxnId="{1650E66E-DF86-4500-B55C-3B41102809BA}">
      <dgm:prSet/>
      <dgm:spPr/>
      <dgm:t>
        <a:bodyPr/>
        <a:lstStyle/>
        <a:p>
          <a:endParaRPr lang="en-US"/>
        </a:p>
      </dgm:t>
    </dgm:pt>
    <dgm:pt modelId="{14340B2B-7C70-4E98-8160-4E5BE8E81C6E}">
      <dgm:prSet/>
      <dgm:spPr/>
      <dgm:t>
        <a:bodyPr/>
        <a:lstStyle/>
        <a:p>
          <a:r>
            <a:rPr lang="en-US"/>
            <a:t>sns.violinplot(x='day', y='total_bill', data=df, inner='quartile')</a:t>
          </a:r>
        </a:p>
      </dgm:t>
    </dgm:pt>
    <dgm:pt modelId="{A5BC075C-D360-4497-89E7-20024BA95FA1}" type="parTrans" cxnId="{DC53AB01-5499-4685-B2FD-0556B4211E94}">
      <dgm:prSet/>
      <dgm:spPr/>
      <dgm:t>
        <a:bodyPr/>
        <a:lstStyle/>
        <a:p>
          <a:endParaRPr lang="en-US"/>
        </a:p>
      </dgm:t>
    </dgm:pt>
    <dgm:pt modelId="{73223280-CEB3-4B5A-AF52-37FB2E276CC5}" type="sibTrans" cxnId="{DC53AB01-5499-4685-B2FD-0556B4211E94}">
      <dgm:prSet/>
      <dgm:spPr/>
      <dgm:t>
        <a:bodyPr/>
        <a:lstStyle/>
        <a:p>
          <a:endParaRPr lang="en-US"/>
        </a:p>
      </dgm:t>
    </dgm:pt>
    <dgm:pt modelId="{D8C24B50-3065-41A7-8E7A-E350041A11AF}" type="pres">
      <dgm:prSet presAssocID="{86E090CA-9EB6-4AA0-9A5B-E0818BC404AE}" presName="root" presStyleCnt="0">
        <dgm:presLayoutVars>
          <dgm:dir/>
          <dgm:resizeHandles val="exact"/>
        </dgm:presLayoutVars>
      </dgm:prSet>
      <dgm:spPr/>
    </dgm:pt>
    <dgm:pt modelId="{CF0082D9-20B1-40AD-8F76-D50EDD24FFC4}" type="pres">
      <dgm:prSet presAssocID="{A11B73E4-6508-4A4B-BF0E-F9F497EEB4CC}" presName="compNode" presStyleCnt="0"/>
      <dgm:spPr/>
    </dgm:pt>
    <dgm:pt modelId="{CEC36EC4-2568-4C09-A14E-D8C07C670AC7}" type="pres">
      <dgm:prSet presAssocID="{A11B73E4-6508-4A4B-BF0E-F9F497EEB4CC}" presName="bgRect" presStyleLbl="bgShp" presStyleIdx="0" presStyleCnt="6"/>
      <dgm:spPr/>
    </dgm:pt>
    <dgm:pt modelId="{B1CF291C-0EFE-4550-834E-35EFF65D0262}" type="pres">
      <dgm:prSet presAssocID="{A11B73E4-6508-4A4B-BF0E-F9F497EEB4CC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5035179B-A85F-4FA4-8F4F-DDE0C58261B9}" type="pres">
      <dgm:prSet presAssocID="{A11B73E4-6508-4A4B-BF0E-F9F497EEB4CC}" presName="spaceRect" presStyleCnt="0"/>
      <dgm:spPr/>
    </dgm:pt>
    <dgm:pt modelId="{A9BFB94E-F56B-4E8C-8BF6-5408FA84E5BE}" type="pres">
      <dgm:prSet presAssocID="{A11B73E4-6508-4A4B-BF0E-F9F497EEB4CC}" presName="parTx" presStyleLbl="revTx" presStyleIdx="0" presStyleCnt="6">
        <dgm:presLayoutVars>
          <dgm:chMax val="0"/>
          <dgm:chPref val="0"/>
        </dgm:presLayoutVars>
      </dgm:prSet>
      <dgm:spPr/>
    </dgm:pt>
    <dgm:pt modelId="{FE5FD744-B182-4D95-BD72-F2F70335560B}" type="pres">
      <dgm:prSet presAssocID="{75B1E7ED-8D0D-4158-8FBD-F4D4CB56BCCB}" presName="sibTrans" presStyleCnt="0"/>
      <dgm:spPr/>
    </dgm:pt>
    <dgm:pt modelId="{922D6E18-01A2-45AB-BFB2-2ADDDD87D64D}" type="pres">
      <dgm:prSet presAssocID="{FDC1801F-6087-4BB7-9138-8D45EE7E6339}" presName="compNode" presStyleCnt="0"/>
      <dgm:spPr/>
    </dgm:pt>
    <dgm:pt modelId="{34E8037C-BF89-4B14-94B6-2B9D8976A174}" type="pres">
      <dgm:prSet presAssocID="{FDC1801F-6087-4BB7-9138-8D45EE7E6339}" presName="bgRect" presStyleLbl="bgShp" presStyleIdx="1" presStyleCnt="6"/>
      <dgm:spPr/>
    </dgm:pt>
    <dgm:pt modelId="{8AE6B7FC-0199-457B-AC1C-1FFFBF4306D2}" type="pres">
      <dgm:prSet presAssocID="{FDC1801F-6087-4BB7-9138-8D45EE7E6339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4A2894B8-8B1C-4920-A65F-EB67ECDFBC42}" type="pres">
      <dgm:prSet presAssocID="{FDC1801F-6087-4BB7-9138-8D45EE7E6339}" presName="spaceRect" presStyleCnt="0"/>
      <dgm:spPr/>
    </dgm:pt>
    <dgm:pt modelId="{264CA8FE-1639-4354-AC78-33D22795668F}" type="pres">
      <dgm:prSet presAssocID="{FDC1801F-6087-4BB7-9138-8D45EE7E6339}" presName="parTx" presStyleLbl="revTx" presStyleIdx="1" presStyleCnt="6">
        <dgm:presLayoutVars>
          <dgm:chMax val="0"/>
          <dgm:chPref val="0"/>
        </dgm:presLayoutVars>
      </dgm:prSet>
      <dgm:spPr/>
    </dgm:pt>
    <dgm:pt modelId="{60E5B95B-8925-417D-9793-550B44C8AB79}" type="pres">
      <dgm:prSet presAssocID="{06C60BF5-5444-4BE8-88C4-3326FDD91A46}" presName="sibTrans" presStyleCnt="0"/>
      <dgm:spPr/>
    </dgm:pt>
    <dgm:pt modelId="{A882A6F7-9E79-4286-8193-88D9A1D3616D}" type="pres">
      <dgm:prSet presAssocID="{4694EFD2-15B2-491C-98D1-21E01F230F4C}" presName="compNode" presStyleCnt="0"/>
      <dgm:spPr/>
    </dgm:pt>
    <dgm:pt modelId="{669457E1-F1B5-4D5F-969F-6039895F9A84}" type="pres">
      <dgm:prSet presAssocID="{4694EFD2-15B2-491C-98D1-21E01F230F4C}" presName="bgRect" presStyleLbl="bgShp" presStyleIdx="2" presStyleCnt="6"/>
      <dgm:spPr/>
    </dgm:pt>
    <dgm:pt modelId="{20FE9B23-621E-4761-A54A-67946C4BE222}" type="pres">
      <dgm:prSet presAssocID="{4694EFD2-15B2-491C-98D1-21E01F230F4C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olin"/>
        </a:ext>
      </dgm:extLst>
    </dgm:pt>
    <dgm:pt modelId="{40DC87E1-7128-4954-A9F2-41EDB2D4AD04}" type="pres">
      <dgm:prSet presAssocID="{4694EFD2-15B2-491C-98D1-21E01F230F4C}" presName="spaceRect" presStyleCnt="0"/>
      <dgm:spPr/>
    </dgm:pt>
    <dgm:pt modelId="{F3578598-4DE6-4A98-BFD7-0BB36BCDB4B5}" type="pres">
      <dgm:prSet presAssocID="{4694EFD2-15B2-491C-98D1-21E01F230F4C}" presName="parTx" presStyleLbl="revTx" presStyleIdx="2" presStyleCnt="6">
        <dgm:presLayoutVars>
          <dgm:chMax val="0"/>
          <dgm:chPref val="0"/>
        </dgm:presLayoutVars>
      </dgm:prSet>
      <dgm:spPr/>
    </dgm:pt>
    <dgm:pt modelId="{AF8D7E36-4A57-4C88-83A4-B1EF0D41F342}" type="pres">
      <dgm:prSet presAssocID="{EC6E602B-5E54-4DBC-B64B-28CB59492778}" presName="sibTrans" presStyleCnt="0"/>
      <dgm:spPr/>
    </dgm:pt>
    <dgm:pt modelId="{5A257C29-2DD4-46E1-9484-EF7A06943D75}" type="pres">
      <dgm:prSet presAssocID="{5509C871-6ADC-4613-9619-90E4F4BA0E05}" presName="compNode" presStyleCnt="0"/>
      <dgm:spPr/>
    </dgm:pt>
    <dgm:pt modelId="{993C0308-29BD-4F58-9142-4EC7E54B3FEE}" type="pres">
      <dgm:prSet presAssocID="{5509C871-6ADC-4613-9619-90E4F4BA0E05}" presName="bgRect" presStyleLbl="bgShp" presStyleIdx="3" presStyleCnt="6"/>
      <dgm:spPr/>
    </dgm:pt>
    <dgm:pt modelId="{7B322FA4-D3DE-4BC9-BCFA-6D24BE1210CB}" type="pres">
      <dgm:prSet presAssocID="{5509C871-6ADC-4613-9619-90E4F4BA0E05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D760E1D0-858E-4CB3-82DA-B5FCAA00FABF}" type="pres">
      <dgm:prSet presAssocID="{5509C871-6ADC-4613-9619-90E4F4BA0E05}" presName="spaceRect" presStyleCnt="0"/>
      <dgm:spPr/>
    </dgm:pt>
    <dgm:pt modelId="{2E8D0C56-2724-480F-8A0A-352699A62EE4}" type="pres">
      <dgm:prSet presAssocID="{5509C871-6ADC-4613-9619-90E4F4BA0E05}" presName="parTx" presStyleLbl="revTx" presStyleIdx="3" presStyleCnt="6">
        <dgm:presLayoutVars>
          <dgm:chMax val="0"/>
          <dgm:chPref val="0"/>
        </dgm:presLayoutVars>
      </dgm:prSet>
      <dgm:spPr/>
    </dgm:pt>
    <dgm:pt modelId="{F96F4E72-C208-4CD9-B33B-5D165E297486}" type="pres">
      <dgm:prSet presAssocID="{C6244219-1385-4339-A44A-0FF99C25EFD4}" presName="sibTrans" presStyleCnt="0"/>
      <dgm:spPr/>
    </dgm:pt>
    <dgm:pt modelId="{DD96261B-E987-4313-B596-0AD735A52B1D}" type="pres">
      <dgm:prSet presAssocID="{15B17C88-3203-428A-A743-DA5E3C13B069}" presName="compNode" presStyleCnt="0"/>
      <dgm:spPr/>
    </dgm:pt>
    <dgm:pt modelId="{713691A2-D105-4835-86D2-CCAE03888FBD}" type="pres">
      <dgm:prSet presAssocID="{15B17C88-3203-428A-A743-DA5E3C13B069}" presName="bgRect" presStyleLbl="bgShp" presStyleIdx="4" presStyleCnt="6"/>
      <dgm:spPr/>
    </dgm:pt>
    <dgm:pt modelId="{C7A14174-0EE8-4AFF-8650-102D08FE790C}" type="pres">
      <dgm:prSet presAssocID="{15B17C88-3203-428A-A743-DA5E3C13B069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0F51928-ABB7-4550-BA3A-CD25C0F4C2AC}" type="pres">
      <dgm:prSet presAssocID="{15B17C88-3203-428A-A743-DA5E3C13B069}" presName="spaceRect" presStyleCnt="0"/>
      <dgm:spPr/>
    </dgm:pt>
    <dgm:pt modelId="{A5DDB83E-5ED8-4F95-BBE3-0F1C1AAF8A50}" type="pres">
      <dgm:prSet presAssocID="{15B17C88-3203-428A-A743-DA5E3C13B069}" presName="parTx" presStyleLbl="revTx" presStyleIdx="4" presStyleCnt="6">
        <dgm:presLayoutVars>
          <dgm:chMax val="0"/>
          <dgm:chPref val="0"/>
        </dgm:presLayoutVars>
      </dgm:prSet>
      <dgm:spPr/>
    </dgm:pt>
    <dgm:pt modelId="{20E27AE8-22D5-4440-8175-2956EBEFA6A5}" type="pres">
      <dgm:prSet presAssocID="{77CF78E2-BF9B-4014-8559-DAD10E785477}" presName="sibTrans" presStyleCnt="0"/>
      <dgm:spPr/>
    </dgm:pt>
    <dgm:pt modelId="{842FAB93-FF9D-4F74-B798-68525096D3F6}" type="pres">
      <dgm:prSet presAssocID="{14340B2B-7C70-4E98-8160-4E5BE8E81C6E}" presName="compNode" presStyleCnt="0"/>
      <dgm:spPr/>
    </dgm:pt>
    <dgm:pt modelId="{1E5C1F14-D0DD-409B-B181-77E38D278CBE}" type="pres">
      <dgm:prSet presAssocID="{14340B2B-7C70-4E98-8160-4E5BE8E81C6E}" presName="bgRect" presStyleLbl="bgShp" presStyleIdx="5" presStyleCnt="6"/>
      <dgm:spPr/>
    </dgm:pt>
    <dgm:pt modelId="{E48D9240-39DA-49A6-9C21-36328F6CD412}" type="pres">
      <dgm:prSet presAssocID="{14340B2B-7C70-4E98-8160-4E5BE8E81C6E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F7B9D0F7-D16D-48F0-8FD2-CCBD420B1691}" type="pres">
      <dgm:prSet presAssocID="{14340B2B-7C70-4E98-8160-4E5BE8E81C6E}" presName="spaceRect" presStyleCnt="0"/>
      <dgm:spPr/>
    </dgm:pt>
    <dgm:pt modelId="{D59C217B-2179-497E-B1AE-08DDBB25ACE1}" type="pres">
      <dgm:prSet presAssocID="{14340B2B-7C70-4E98-8160-4E5BE8E81C6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C53AB01-5499-4685-B2FD-0556B4211E94}" srcId="{86E090CA-9EB6-4AA0-9A5B-E0818BC404AE}" destId="{14340B2B-7C70-4E98-8160-4E5BE8E81C6E}" srcOrd="5" destOrd="0" parTransId="{A5BC075C-D360-4497-89E7-20024BA95FA1}" sibTransId="{73223280-CEB3-4B5A-AF52-37FB2E276CC5}"/>
    <dgm:cxn modelId="{F7343206-1E1B-45FC-8C2D-7A424B3BE167}" type="presOf" srcId="{5509C871-6ADC-4613-9619-90E4F4BA0E05}" destId="{2E8D0C56-2724-480F-8A0A-352699A62EE4}" srcOrd="0" destOrd="0" presId="urn:microsoft.com/office/officeart/2018/2/layout/IconVerticalSolidList"/>
    <dgm:cxn modelId="{7FDDBF15-A17D-4FCA-803F-56F74E3A6E06}" srcId="{86E090CA-9EB6-4AA0-9A5B-E0818BC404AE}" destId="{5509C871-6ADC-4613-9619-90E4F4BA0E05}" srcOrd="3" destOrd="0" parTransId="{63B9661E-A5CD-4C6E-9B12-8920A1E8371E}" sibTransId="{C6244219-1385-4339-A44A-0FF99C25EFD4}"/>
    <dgm:cxn modelId="{7FEF6221-2DA0-489C-A0E8-8EF942B03A07}" srcId="{86E090CA-9EB6-4AA0-9A5B-E0818BC404AE}" destId="{A11B73E4-6508-4A4B-BF0E-F9F497EEB4CC}" srcOrd="0" destOrd="0" parTransId="{2C8C2FF8-E1DB-44AF-BC3A-9DEAD03736CF}" sibTransId="{75B1E7ED-8D0D-4158-8FBD-F4D4CB56BCCB}"/>
    <dgm:cxn modelId="{1650E66E-DF86-4500-B55C-3B41102809BA}" srcId="{86E090CA-9EB6-4AA0-9A5B-E0818BC404AE}" destId="{15B17C88-3203-428A-A743-DA5E3C13B069}" srcOrd="4" destOrd="0" parTransId="{2679F8E8-7503-4430-B50C-32C3749642B2}" sibTransId="{77CF78E2-BF9B-4014-8559-DAD10E785477}"/>
    <dgm:cxn modelId="{BD368E76-E42D-4E2B-8056-AB4F142C5B28}" type="presOf" srcId="{15B17C88-3203-428A-A743-DA5E3C13B069}" destId="{A5DDB83E-5ED8-4F95-BBE3-0F1C1AAF8A50}" srcOrd="0" destOrd="0" presId="urn:microsoft.com/office/officeart/2018/2/layout/IconVerticalSolidList"/>
    <dgm:cxn modelId="{1843828D-31E8-494C-BD02-C76E16A963DF}" srcId="{86E090CA-9EB6-4AA0-9A5B-E0818BC404AE}" destId="{FDC1801F-6087-4BB7-9138-8D45EE7E6339}" srcOrd="1" destOrd="0" parTransId="{D0430B4B-136E-4305-91F8-09496BFF7306}" sibTransId="{06C60BF5-5444-4BE8-88C4-3326FDD91A46}"/>
    <dgm:cxn modelId="{57270DBA-60F9-4516-9861-EAA41374F6B7}" type="presOf" srcId="{86E090CA-9EB6-4AA0-9A5B-E0818BC404AE}" destId="{D8C24B50-3065-41A7-8E7A-E350041A11AF}" srcOrd="0" destOrd="0" presId="urn:microsoft.com/office/officeart/2018/2/layout/IconVerticalSolidList"/>
    <dgm:cxn modelId="{8D01C3BF-87E8-4D5F-85E4-38F1DAD8A2C1}" type="presOf" srcId="{A11B73E4-6508-4A4B-BF0E-F9F497EEB4CC}" destId="{A9BFB94E-F56B-4E8C-8BF6-5408FA84E5BE}" srcOrd="0" destOrd="0" presId="urn:microsoft.com/office/officeart/2018/2/layout/IconVerticalSolidList"/>
    <dgm:cxn modelId="{F0A69CD4-52D9-48FB-B890-D50BB419D6D8}" type="presOf" srcId="{FDC1801F-6087-4BB7-9138-8D45EE7E6339}" destId="{264CA8FE-1639-4354-AC78-33D22795668F}" srcOrd="0" destOrd="0" presId="urn:microsoft.com/office/officeart/2018/2/layout/IconVerticalSolidList"/>
    <dgm:cxn modelId="{806E46D5-BE5A-4554-AE50-970AB05B38E1}" type="presOf" srcId="{14340B2B-7C70-4E98-8160-4E5BE8E81C6E}" destId="{D59C217B-2179-497E-B1AE-08DDBB25ACE1}" srcOrd="0" destOrd="0" presId="urn:microsoft.com/office/officeart/2018/2/layout/IconVerticalSolidList"/>
    <dgm:cxn modelId="{9003EDED-7BD2-48F9-A304-B4CB372209CF}" srcId="{86E090CA-9EB6-4AA0-9A5B-E0818BC404AE}" destId="{4694EFD2-15B2-491C-98D1-21E01F230F4C}" srcOrd="2" destOrd="0" parTransId="{1625E464-70A5-4134-827A-DFAD72E81E15}" sibTransId="{EC6E602B-5E54-4DBC-B64B-28CB59492778}"/>
    <dgm:cxn modelId="{E20E5FF0-E925-4827-B955-940A85F28AF8}" type="presOf" srcId="{4694EFD2-15B2-491C-98D1-21E01F230F4C}" destId="{F3578598-4DE6-4A98-BFD7-0BB36BCDB4B5}" srcOrd="0" destOrd="0" presId="urn:microsoft.com/office/officeart/2018/2/layout/IconVerticalSolidList"/>
    <dgm:cxn modelId="{8118E912-1EC5-44FE-BC5E-DAE13CAE621E}" type="presParOf" srcId="{D8C24B50-3065-41A7-8E7A-E350041A11AF}" destId="{CF0082D9-20B1-40AD-8F76-D50EDD24FFC4}" srcOrd="0" destOrd="0" presId="urn:microsoft.com/office/officeart/2018/2/layout/IconVerticalSolidList"/>
    <dgm:cxn modelId="{EB70CDB6-03B2-4543-BEE4-EF7D5128A2C9}" type="presParOf" srcId="{CF0082D9-20B1-40AD-8F76-D50EDD24FFC4}" destId="{CEC36EC4-2568-4C09-A14E-D8C07C670AC7}" srcOrd="0" destOrd="0" presId="urn:microsoft.com/office/officeart/2018/2/layout/IconVerticalSolidList"/>
    <dgm:cxn modelId="{1F1A4BB3-FAF5-4A1F-8186-CF28832DA7B1}" type="presParOf" srcId="{CF0082D9-20B1-40AD-8F76-D50EDD24FFC4}" destId="{B1CF291C-0EFE-4550-834E-35EFF65D0262}" srcOrd="1" destOrd="0" presId="urn:microsoft.com/office/officeart/2018/2/layout/IconVerticalSolidList"/>
    <dgm:cxn modelId="{C62D1B0C-C2ED-4A32-A7CD-EA1A51308720}" type="presParOf" srcId="{CF0082D9-20B1-40AD-8F76-D50EDD24FFC4}" destId="{5035179B-A85F-4FA4-8F4F-DDE0C58261B9}" srcOrd="2" destOrd="0" presId="urn:microsoft.com/office/officeart/2018/2/layout/IconVerticalSolidList"/>
    <dgm:cxn modelId="{A5F5C5BA-9FFE-45A8-9BB1-5303E3D711E7}" type="presParOf" srcId="{CF0082D9-20B1-40AD-8F76-D50EDD24FFC4}" destId="{A9BFB94E-F56B-4E8C-8BF6-5408FA84E5BE}" srcOrd="3" destOrd="0" presId="urn:microsoft.com/office/officeart/2018/2/layout/IconVerticalSolidList"/>
    <dgm:cxn modelId="{3886AE95-6782-4ABC-A645-02CA9AC3C29E}" type="presParOf" srcId="{D8C24B50-3065-41A7-8E7A-E350041A11AF}" destId="{FE5FD744-B182-4D95-BD72-F2F70335560B}" srcOrd="1" destOrd="0" presId="urn:microsoft.com/office/officeart/2018/2/layout/IconVerticalSolidList"/>
    <dgm:cxn modelId="{214E8ECC-F1A8-4EE5-90FF-25B17E91074A}" type="presParOf" srcId="{D8C24B50-3065-41A7-8E7A-E350041A11AF}" destId="{922D6E18-01A2-45AB-BFB2-2ADDDD87D64D}" srcOrd="2" destOrd="0" presId="urn:microsoft.com/office/officeart/2018/2/layout/IconVerticalSolidList"/>
    <dgm:cxn modelId="{F1BECE70-FF35-421B-9E36-6BC06C96DB82}" type="presParOf" srcId="{922D6E18-01A2-45AB-BFB2-2ADDDD87D64D}" destId="{34E8037C-BF89-4B14-94B6-2B9D8976A174}" srcOrd="0" destOrd="0" presId="urn:microsoft.com/office/officeart/2018/2/layout/IconVerticalSolidList"/>
    <dgm:cxn modelId="{FAC93E52-CCAD-46A9-8872-D05C453292E5}" type="presParOf" srcId="{922D6E18-01A2-45AB-BFB2-2ADDDD87D64D}" destId="{8AE6B7FC-0199-457B-AC1C-1FFFBF4306D2}" srcOrd="1" destOrd="0" presId="urn:microsoft.com/office/officeart/2018/2/layout/IconVerticalSolidList"/>
    <dgm:cxn modelId="{F652AD35-F0D2-447A-8148-635DE84D35C3}" type="presParOf" srcId="{922D6E18-01A2-45AB-BFB2-2ADDDD87D64D}" destId="{4A2894B8-8B1C-4920-A65F-EB67ECDFBC42}" srcOrd="2" destOrd="0" presId="urn:microsoft.com/office/officeart/2018/2/layout/IconVerticalSolidList"/>
    <dgm:cxn modelId="{6DCC13AF-B0FD-470F-B23D-8E82461B18E7}" type="presParOf" srcId="{922D6E18-01A2-45AB-BFB2-2ADDDD87D64D}" destId="{264CA8FE-1639-4354-AC78-33D22795668F}" srcOrd="3" destOrd="0" presId="urn:microsoft.com/office/officeart/2018/2/layout/IconVerticalSolidList"/>
    <dgm:cxn modelId="{BEA660CC-11B3-4AA2-8C81-60349224AC89}" type="presParOf" srcId="{D8C24B50-3065-41A7-8E7A-E350041A11AF}" destId="{60E5B95B-8925-417D-9793-550B44C8AB79}" srcOrd="3" destOrd="0" presId="urn:microsoft.com/office/officeart/2018/2/layout/IconVerticalSolidList"/>
    <dgm:cxn modelId="{07A117B0-D008-4E7D-A4FE-7FADA7401AA2}" type="presParOf" srcId="{D8C24B50-3065-41A7-8E7A-E350041A11AF}" destId="{A882A6F7-9E79-4286-8193-88D9A1D3616D}" srcOrd="4" destOrd="0" presId="urn:microsoft.com/office/officeart/2018/2/layout/IconVerticalSolidList"/>
    <dgm:cxn modelId="{A62DCD74-CDA2-40E7-8E00-D059A7C28B29}" type="presParOf" srcId="{A882A6F7-9E79-4286-8193-88D9A1D3616D}" destId="{669457E1-F1B5-4D5F-969F-6039895F9A84}" srcOrd="0" destOrd="0" presId="urn:microsoft.com/office/officeart/2018/2/layout/IconVerticalSolidList"/>
    <dgm:cxn modelId="{A5C61B5A-DFE2-4D54-AA6A-5B22C0672DC6}" type="presParOf" srcId="{A882A6F7-9E79-4286-8193-88D9A1D3616D}" destId="{20FE9B23-621E-4761-A54A-67946C4BE222}" srcOrd="1" destOrd="0" presId="urn:microsoft.com/office/officeart/2018/2/layout/IconVerticalSolidList"/>
    <dgm:cxn modelId="{141DE722-4133-4A82-A9EA-99450D7FCA93}" type="presParOf" srcId="{A882A6F7-9E79-4286-8193-88D9A1D3616D}" destId="{40DC87E1-7128-4954-A9F2-41EDB2D4AD04}" srcOrd="2" destOrd="0" presId="urn:microsoft.com/office/officeart/2018/2/layout/IconVerticalSolidList"/>
    <dgm:cxn modelId="{7F822F39-FF4C-47A1-9CA0-0B1EEF0BBF2F}" type="presParOf" srcId="{A882A6F7-9E79-4286-8193-88D9A1D3616D}" destId="{F3578598-4DE6-4A98-BFD7-0BB36BCDB4B5}" srcOrd="3" destOrd="0" presId="urn:microsoft.com/office/officeart/2018/2/layout/IconVerticalSolidList"/>
    <dgm:cxn modelId="{A8C0E4B6-DE48-47ED-8B0E-875323789321}" type="presParOf" srcId="{D8C24B50-3065-41A7-8E7A-E350041A11AF}" destId="{AF8D7E36-4A57-4C88-83A4-B1EF0D41F342}" srcOrd="5" destOrd="0" presId="urn:microsoft.com/office/officeart/2018/2/layout/IconVerticalSolidList"/>
    <dgm:cxn modelId="{7A3D6F52-1A29-4B5E-8311-CF14B43483AB}" type="presParOf" srcId="{D8C24B50-3065-41A7-8E7A-E350041A11AF}" destId="{5A257C29-2DD4-46E1-9484-EF7A06943D75}" srcOrd="6" destOrd="0" presId="urn:microsoft.com/office/officeart/2018/2/layout/IconVerticalSolidList"/>
    <dgm:cxn modelId="{98F4ED91-43A5-4B85-901D-76C0C9F18F40}" type="presParOf" srcId="{5A257C29-2DD4-46E1-9484-EF7A06943D75}" destId="{993C0308-29BD-4F58-9142-4EC7E54B3FEE}" srcOrd="0" destOrd="0" presId="urn:microsoft.com/office/officeart/2018/2/layout/IconVerticalSolidList"/>
    <dgm:cxn modelId="{77EAAB1D-86EB-4972-A5DE-CFBE03D532BF}" type="presParOf" srcId="{5A257C29-2DD4-46E1-9484-EF7A06943D75}" destId="{7B322FA4-D3DE-4BC9-BCFA-6D24BE1210CB}" srcOrd="1" destOrd="0" presId="urn:microsoft.com/office/officeart/2018/2/layout/IconVerticalSolidList"/>
    <dgm:cxn modelId="{2D8F2117-5918-4620-8B4C-728514D321B2}" type="presParOf" srcId="{5A257C29-2DD4-46E1-9484-EF7A06943D75}" destId="{D760E1D0-858E-4CB3-82DA-B5FCAA00FABF}" srcOrd="2" destOrd="0" presId="urn:microsoft.com/office/officeart/2018/2/layout/IconVerticalSolidList"/>
    <dgm:cxn modelId="{6B9AD925-CDDF-4970-9E5C-6EE7A6D966E4}" type="presParOf" srcId="{5A257C29-2DD4-46E1-9484-EF7A06943D75}" destId="{2E8D0C56-2724-480F-8A0A-352699A62EE4}" srcOrd="3" destOrd="0" presId="urn:microsoft.com/office/officeart/2018/2/layout/IconVerticalSolidList"/>
    <dgm:cxn modelId="{505FA3B3-DA33-405E-AE01-7CC0711C9125}" type="presParOf" srcId="{D8C24B50-3065-41A7-8E7A-E350041A11AF}" destId="{F96F4E72-C208-4CD9-B33B-5D165E297486}" srcOrd="7" destOrd="0" presId="urn:microsoft.com/office/officeart/2018/2/layout/IconVerticalSolidList"/>
    <dgm:cxn modelId="{0EC30712-FC26-450F-9EE5-0F8B878C84E2}" type="presParOf" srcId="{D8C24B50-3065-41A7-8E7A-E350041A11AF}" destId="{DD96261B-E987-4313-B596-0AD735A52B1D}" srcOrd="8" destOrd="0" presId="urn:microsoft.com/office/officeart/2018/2/layout/IconVerticalSolidList"/>
    <dgm:cxn modelId="{81F5F248-8E71-42F4-B31D-A5F5CCB4A854}" type="presParOf" srcId="{DD96261B-E987-4313-B596-0AD735A52B1D}" destId="{713691A2-D105-4835-86D2-CCAE03888FBD}" srcOrd="0" destOrd="0" presId="urn:microsoft.com/office/officeart/2018/2/layout/IconVerticalSolidList"/>
    <dgm:cxn modelId="{4FEB7478-DF01-42BB-99A1-1FE99CB22E0B}" type="presParOf" srcId="{DD96261B-E987-4313-B596-0AD735A52B1D}" destId="{C7A14174-0EE8-4AFF-8650-102D08FE790C}" srcOrd="1" destOrd="0" presId="urn:microsoft.com/office/officeart/2018/2/layout/IconVerticalSolidList"/>
    <dgm:cxn modelId="{970A31AB-B053-4F04-9ED1-824E66108DEB}" type="presParOf" srcId="{DD96261B-E987-4313-B596-0AD735A52B1D}" destId="{00F51928-ABB7-4550-BA3A-CD25C0F4C2AC}" srcOrd="2" destOrd="0" presId="urn:microsoft.com/office/officeart/2018/2/layout/IconVerticalSolidList"/>
    <dgm:cxn modelId="{8D06FDF2-F34B-4870-B250-AE0CFADC9E13}" type="presParOf" srcId="{DD96261B-E987-4313-B596-0AD735A52B1D}" destId="{A5DDB83E-5ED8-4F95-BBE3-0F1C1AAF8A50}" srcOrd="3" destOrd="0" presId="urn:microsoft.com/office/officeart/2018/2/layout/IconVerticalSolidList"/>
    <dgm:cxn modelId="{5BACBCFF-6F55-4906-87B6-304434D5947E}" type="presParOf" srcId="{D8C24B50-3065-41A7-8E7A-E350041A11AF}" destId="{20E27AE8-22D5-4440-8175-2956EBEFA6A5}" srcOrd="9" destOrd="0" presId="urn:microsoft.com/office/officeart/2018/2/layout/IconVerticalSolidList"/>
    <dgm:cxn modelId="{410389C5-69E4-47A3-A675-8F81AE6DC3E0}" type="presParOf" srcId="{D8C24B50-3065-41A7-8E7A-E350041A11AF}" destId="{842FAB93-FF9D-4F74-B798-68525096D3F6}" srcOrd="10" destOrd="0" presId="urn:microsoft.com/office/officeart/2018/2/layout/IconVerticalSolidList"/>
    <dgm:cxn modelId="{A0B1069F-914A-4AC8-8087-D1727BE025D7}" type="presParOf" srcId="{842FAB93-FF9D-4F74-B798-68525096D3F6}" destId="{1E5C1F14-D0DD-409B-B181-77E38D278CBE}" srcOrd="0" destOrd="0" presId="urn:microsoft.com/office/officeart/2018/2/layout/IconVerticalSolidList"/>
    <dgm:cxn modelId="{BBD69C71-17DB-43A9-A83C-EC631346675D}" type="presParOf" srcId="{842FAB93-FF9D-4F74-B798-68525096D3F6}" destId="{E48D9240-39DA-49A6-9C21-36328F6CD412}" srcOrd="1" destOrd="0" presId="urn:microsoft.com/office/officeart/2018/2/layout/IconVerticalSolidList"/>
    <dgm:cxn modelId="{3AED4CF0-7FB6-46B3-AA32-1A9A845F059E}" type="presParOf" srcId="{842FAB93-FF9D-4F74-B798-68525096D3F6}" destId="{F7B9D0F7-D16D-48F0-8FD2-CCBD420B1691}" srcOrd="2" destOrd="0" presId="urn:microsoft.com/office/officeart/2018/2/layout/IconVerticalSolidList"/>
    <dgm:cxn modelId="{14B535D8-17D1-4ADB-B036-ED5790016225}" type="presParOf" srcId="{842FAB93-FF9D-4F74-B798-68525096D3F6}" destId="{D59C217B-2179-497E-B1AE-08DDBB25AC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CDA876-C50C-4E10-A85A-D7B3F09AABFD}" type="doc">
      <dgm:prSet loTypeId="urn:microsoft.com/office/officeart/2018/2/layout/IconVerticalSolidList" loCatId="icon" qsTypeId="urn:microsoft.com/office/officeart/2005/8/quickstyle/simple1#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CDC8D7D-0DA5-4A65-AC0A-B61495D6A1C7}">
      <dgm:prSet/>
      <dgm:spPr/>
      <dgm:t>
        <a:bodyPr/>
        <a:lstStyle/>
        <a:p>
          <a:r>
            <a:rPr lang="en-US" dirty="0"/>
            <a:t> Histogram shows frequency in bins.</a:t>
          </a:r>
        </a:p>
      </dgm:t>
    </dgm:pt>
    <dgm:pt modelId="{9CE306BF-BF4B-4146-A44F-F31D796F55B0}" type="parTrans" cxnId="{AAC516B5-CFC8-40D1-8F0A-7E1BDE6C083D}">
      <dgm:prSet/>
      <dgm:spPr/>
      <dgm:t>
        <a:bodyPr/>
        <a:lstStyle/>
        <a:p>
          <a:endParaRPr lang="en-US"/>
        </a:p>
      </dgm:t>
    </dgm:pt>
    <dgm:pt modelId="{0D2EB803-F831-4723-9CCC-07B391620367}" type="sibTrans" cxnId="{AAC516B5-CFC8-40D1-8F0A-7E1BDE6C083D}">
      <dgm:prSet/>
      <dgm:spPr/>
      <dgm:t>
        <a:bodyPr/>
        <a:lstStyle/>
        <a:p>
          <a:endParaRPr lang="en-US"/>
        </a:p>
      </dgm:t>
    </dgm:pt>
    <dgm:pt modelId="{E4812CD0-5FF8-491F-A9D8-838CFB32348A}">
      <dgm:prSet/>
      <dgm:spPr/>
      <dgm:t>
        <a:bodyPr/>
        <a:lstStyle/>
        <a:p>
          <a:r>
            <a:rPr lang="en-US" dirty="0"/>
            <a:t>EDF = Empirical Distribution Function: cumulative version of histogram.</a:t>
          </a:r>
        </a:p>
      </dgm:t>
    </dgm:pt>
    <dgm:pt modelId="{F7D8C0C5-7CAC-4406-B955-0316AFE4DF42}" type="parTrans" cxnId="{0A9E9D61-4DDE-42F5-AD3D-D3235B85A48C}">
      <dgm:prSet/>
      <dgm:spPr/>
      <dgm:t>
        <a:bodyPr/>
        <a:lstStyle/>
        <a:p>
          <a:endParaRPr lang="en-US"/>
        </a:p>
      </dgm:t>
    </dgm:pt>
    <dgm:pt modelId="{FA966737-1CDA-47FA-BEB3-445C4D3986EE}" type="sibTrans" cxnId="{0A9E9D61-4DDE-42F5-AD3D-D3235B85A48C}">
      <dgm:prSet/>
      <dgm:spPr/>
      <dgm:t>
        <a:bodyPr/>
        <a:lstStyle/>
        <a:p>
          <a:endParaRPr lang="en-US"/>
        </a:p>
      </dgm:t>
    </dgm:pt>
    <dgm:pt modelId="{C3DEA0E2-C29A-4E35-99E6-17E103477781}">
      <dgm:prSet/>
      <dgm:spPr/>
      <dgm:t>
        <a:bodyPr/>
        <a:lstStyle/>
        <a:p>
          <a:r>
            <a:rPr lang="en-US" dirty="0"/>
            <a:t> Helpful to compare distributions without bin-size issues.</a:t>
          </a:r>
        </a:p>
      </dgm:t>
    </dgm:pt>
    <dgm:pt modelId="{99F97AC9-9E2E-4EC7-9EA7-AA244A702124}" type="parTrans" cxnId="{17DA73FC-AEA8-43F9-B58D-CB4209143FF6}">
      <dgm:prSet/>
      <dgm:spPr/>
      <dgm:t>
        <a:bodyPr/>
        <a:lstStyle/>
        <a:p>
          <a:endParaRPr lang="en-US"/>
        </a:p>
      </dgm:t>
    </dgm:pt>
    <dgm:pt modelId="{F086255C-418C-4702-A754-A547C0F6A537}" type="sibTrans" cxnId="{17DA73FC-AEA8-43F9-B58D-CB4209143FF6}">
      <dgm:prSet/>
      <dgm:spPr/>
      <dgm:t>
        <a:bodyPr/>
        <a:lstStyle/>
        <a:p>
          <a:endParaRPr lang="en-US"/>
        </a:p>
      </dgm:t>
    </dgm:pt>
    <dgm:pt modelId="{C567BB38-5EBD-4458-8C9C-CD86A1DED2D0}">
      <dgm:prSet/>
      <dgm:spPr/>
      <dgm:t>
        <a:bodyPr/>
        <a:lstStyle/>
        <a:p>
          <a:r>
            <a:rPr lang="en-US"/>
            <a:t>Key Code: plt.hist(x, bins=30)</a:t>
          </a:r>
        </a:p>
      </dgm:t>
    </dgm:pt>
    <dgm:pt modelId="{9BAEF3D9-19C3-4C78-847C-47DB52E8D8AC}" type="parTrans" cxnId="{F3D3B56E-E4D7-4637-A2C9-1DD41803F696}">
      <dgm:prSet/>
      <dgm:spPr/>
      <dgm:t>
        <a:bodyPr/>
        <a:lstStyle/>
        <a:p>
          <a:endParaRPr lang="en-US"/>
        </a:p>
      </dgm:t>
    </dgm:pt>
    <dgm:pt modelId="{FE58D62F-0CB6-468E-B931-5FE095C13379}" type="sibTrans" cxnId="{F3D3B56E-E4D7-4637-A2C9-1DD41803F696}">
      <dgm:prSet/>
      <dgm:spPr/>
      <dgm:t>
        <a:bodyPr/>
        <a:lstStyle/>
        <a:p>
          <a:endParaRPr lang="en-US"/>
        </a:p>
      </dgm:t>
    </dgm:pt>
    <dgm:pt modelId="{09297EE4-179B-4E93-ABC6-9D9BC6087898}">
      <dgm:prSet/>
      <dgm:spPr/>
      <dgm:t>
        <a:bodyPr/>
        <a:lstStyle/>
        <a:p>
          <a:r>
            <a:rPr lang="en-US"/>
            <a:t>edf = np.arange(1, len(x_sorted)+1)/len(x_sorted)</a:t>
          </a:r>
        </a:p>
      </dgm:t>
    </dgm:pt>
    <dgm:pt modelId="{9CD59A23-7917-4FF3-87AF-F1C562231814}" type="parTrans" cxnId="{37D0F442-8509-4448-B91A-46A475BCAC27}">
      <dgm:prSet/>
      <dgm:spPr/>
      <dgm:t>
        <a:bodyPr/>
        <a:lstStyle/>
        <a:p>
          <a:endParaRPr lang="en-US"/>
        </a:p>
      </dgm:t>
    </dgm:pt>
    <dgm:pt modelId="{39E7011D-F7B2-41F7-AF89-095C96BE5AD1}" type="sibTrans" cxnId="{37D0F442-8509-4448-B91A-46A475BCAC27}">
      <dgm:prSet/>
      <dgm:spPr/>
      <dgm:t>
        <a:bodyPr/>
        <a:lstStyle/>
        <a:p>
          <a:endParaRPr lang="en-US"/>
        </a:p>
      </dgm:t>
    </dgm:pt>
    <dgm:pt modelId="{41EADDA6-05A2-4541-8323-D4B11F2BC0B4}">
      <dgm:prSet/>
      <dgm:spPr/>
      <dgm:t>
        <a:bodyPr/>
        <a:lstStyle/>
        <a:p>
          <a:r>
            <a:rPr lang="en-US"/>
            <a:t>plt.plot(x_sorted, edf)</a:t>
          </a:r>
        </a:p>
      </dgm:t>
    </dgm:pt>
    <dgm:pt modelId="{F9CD3678-799D-4A7F-9D6C-C686FC40EB0F}" type="parTrans" cxnId="{21E5C97D-53E3-427A-9089-39CB53E6C66A}">
      <dgm:prSet/>
      <dgm:spPr/>
      <dgm:t>
        <a:bodyPr/>
        <a:lstStyle/>
        <a:p>
          <a:endParaRPr lang="en-US"/>
        </a:p>
      </dgm:t>
    </dgm:pt>
    <dgm:pt modelId="{196AF08B-3370-4B3F-BE5D-0F1AC3D00981}" type="sibTrans" cxnId="{21E5C97D-53E3-427A-9089-39CB53E6C66A}">
      <dgm:prSet/>
      <dgm:spPr/>
      <dgm:t>
        <a:bodyPr/>
        <a:lstStyle/>
        <a:p>
          <a:endParaRPr lang="en-US"/>
        </a:p>
      </dgm:t>
    </dgm:pt>
    <dgm:pt modelId="{5A3AF211-69A3-4980-9EA4-D08FE0D405A1}" type="pres">
      <dgm:prSet presAssocID="{8ACDA876-C50C-4E10-A85A-D7B3F09AABFD}" presName="root" presStyleCnt="0">
        <dgm:presLayoutVars>
          <dgm:dir/>
          <dgm:resizeHandles val="exact"/>
        </dgm:presLayoutVars>
      </dgm:prSet>
      <dgm:spPr/>
    </dgm:pt>
    <dgm:pt modelId="{C29FDADC-6E12-4145-88FA-7565F81D10EA}" type="pres">
      <dgm:prSet presAssocID="{7CDC8D7D-0DA5-4A65-AC0A-B61495D6A1C7}" presName="compNode" presStyleCnt="0"/>
      <dgm:spPr/>
    </dgm:pt>
    <dgm:pt modelId="{F09F9747-5DA2-4B4A-800F-A45A0FAF6832}" type="pres">
      <dgm:prSet presAssocID="{7CDC8D7D-0DA5-4A65-AC0A-B61495D6A1C7}" presName="bgRect" presStyleLbl="bgShp" presStyleIdx="0" presStyleCnt="6"/>
      <dgm:spPr/>
    </dgm:pt>
    <dgm:pt modelId="{8642D266-55C5-40B6-81E6-BCC8DD38D1A8}" type="pres">
      <dgm:prSet presAssocID="{7CDC8D7D-0DA5-4A65-AC0A-B61495D6A1C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AFFA500F-ACA8-45B7-A197-BB55D9257A75}" type="pres">
      <dgm:prSet presAssocID="{7CDC8D7D-0DA5-4A65-AC0A-B61495D6A1C7}" presName="spaceRect" presStyleCnt="0"/>
      <dgm:spPr/>
    </dgm:pt>
    <dgm:pt modelId="{18F4BA3F-9D5E-4F7F-B933-06181FD2E01D}" type="pres">
      <dgm:prSet presAssocID="{7CDC8D7D-0DA5-4A65-AC0A-B61495D6A1C7}" presName="parTx" presStyleLbl="revTx" presStyleIdx="0" presStyleCnt="6">
        <dgm:presLayoutVars>
          <dgm:chMax val="0"/>
          <dgm:chPref val="0"/>
        </dgm:presLayoutVars>
      </dgm:prSet>
      <dgm:spPr/>
    </dgm:pt>
    <dgm:pt modelId="{4476D49A-7941-444D-B3BF-52F4DAF3E62E}" type="pres">
      <dgm:prSet presAssocID="{0D2EB803-F831-4723-9CCC-07B391620367}" presName="sibTrans" presStyleCnt="0"/>
      <dgm:spPr/>
    </dgm:pt>
    <dgm:pt modelId="{76F2F0C7-E7BA-4C2B-963C-77B0D87C30C9}" type="pres">
      <dgm:prSet presAssocID="{E4812CD0-5FF8-491F-A9D8-838CFB32348A}" presName="compNode" presStyleCnt="0"/>
      <dgm:spPr/>
    </dgm:pt>
    <dgm:pt modelId="{AA8F30D8-1FA8-4BDE-BE1C-9492880E3F1E}" type="pres">
      <dgm:prSet presAssocID="{E4812CD0-5FF8-491F-A9D8-838CFB32348A}" presName="bgRect" presStyleLbl="bgShp" presStyleIdx="1" presStyleCnt="6"/>
      <dgm:spPr/>
    </dgm:pt>
    <dgm:pt modelId="{4E02EF40-830F-4624-9B3B-8DE48BA494CE}" type="pres">
      <dgm:prSet presAssocID="{E4812CD0-5FF8-491F-A9D8-838CFB32348A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3F69704B-54B5-43C6-99BF-EE3090BCFB5B}" type="pres">
      <dgm:prSet presAssocID="{E4812CD0-5FF8-491F-A9D8-838CFB32348A}" presName="spaceRect" presStyleCnt="0"/>
      <dgm:spPr/>
    </dgm:pt>
    <dgm:pt modelId="{DB387C08-1BE0-4A85-BBA8-15EEA30B6452}" type="pres">
      <dgm:prSet presAssocID="{E4812CD0-5FF8-491F-A9D8-838CFB32348A}" presName="parTx" presStyleLbl="revTx" presStyleIdx="1" presStyleCnt="6">
        <dgm:presLayoutVars>
          <dgm:chMax val="0"/>
          <dgm:chPref val="0"/>
        </dgm:presLayoutVars>
      </dgm:prSet>
      <dgm:spPr/>
    </dgm:pt>
    <dgm:pt modelId="{0BB0ED81-F034-432D-801B-DCF5B32FFEF3}" type="pres">
      <dgm:prSet presAssocID="{FA966737-1CDA-47FA-BEB3-445C4D3986EE}" presName="sibTrans" presStyleCnt="0"/>
      <dgm:spPr/>
    </dgm:pt>
    <dgm:pt modelId="{52ABC62F-D5A5-4155-B3DE-CE6ED91037E9}" type="pres">
      <dgm:prSet presAssocID="{C3DEA0E2-C29A-4E35-99E6-17E103477781}" presName="compNode" presStyleCnt="0"/>
      <dgm:spPr/>
    </dgm:pt>
    <dgm:pt modelId="{1D26918D-D2D1-4542-85AF-D94101F82F0C}" type="pres">
      <dgm:prSet presAssocID="{C3DEA0E2-C29A-4E35-99E6-17E103477781}" presName="bgRect" presStyleLbl="bgShp" presStyleIdx="2" presStyleCnt="6"/>
      <dgm:spPr/>
    </dgm:pt>
    <dgm:pt modelId="{E70FC06A-603C-42B5-96B8-BD601130010E}" type="pres">
      <dgm:prSet presAssocID="{C3DEA0E2-C29A-4E35-99E6-17E103477781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A7AF0EEB-D6B3-40C6-955F-9AEFAAB3AD39}" type="pres">
      <dgm:prSet presAssocID="{C3DEA0E2-C29A-4E35-99E6-17E103477781}" presName="spaceRect" presStyleCnt="0"/>
      <dgm:spPr/>
    </dgm:pt>
    <dgm:pt modelId="{569A278A-0256-45B9-910E-2A5BA17FAF2D}" type="pres">
      <dgm:prSet presAssocID="{C3DEA0E2-C29A-4E35-99E6-17E103477781}" presName="parTx" presStyleLbl="revTx" presStyleIdx="2" presStyleCnt="6">
        <dgm:presLayoutVars>
          <dgm:chMax val="0"/>
          <dgm:chPref val="0"/>
        </dgm:presLayoutVars>
      </dgm:prSet>
      <dgm:spPr/>
    </dgm:pt>
    <dgm:pt modelId="{1B0FBF90-680F-44BA-8DDC-7A3E1269FD1F}" type="pres">
      <dgm:prSet presAssocID="{F086255C-418C-4702-A754-A547C0F6A537}" presName="sibTrans" presStyleCnt="0"/>
      <dgm:spPr/>
    </dgm:pt>
    <dgm:pt modelId="{9C40F28C-5AB5-4596-9007-7E2968773CCC}" type="pres">
      <dgm:prSet presAssocID="{C567BB38-5EBD-4458-8C9C-CD86A1DED2D0}" presName="compNode" presStyleCnt="0"/>
      <dgm:spPr/>
    </dgm:pt>
    <dgm:pt modelId="{96D4F074-56E3-45A7-BC75-CA086912A556}" type="pres">
      <dgm:prSet presAssocID="{C567BB38-5EBD-4458-8C9C-CD86A1DED2D0}" presName="bgRect" presStyleLbl="bgShp" presStyleIdx="3" presStyleCnt="6"/>
      <dgm:spPr/>
    </dgm:pt>
    <dgm:pt modelId="{2E809F0B-955D-45F0-9C40-183D9707C74B}" type="pres">
      <dgm:prSet presAssocID="{C567BB38-5EBD-4458-8C9C-CD86A1DED2D0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25703088-32F2-461C-A46F-9C040EE9D583}" type="pres">
      <dgm:prSet presAssocID="{C567BB38-5EBD-4458-8C9C-CD86A1DED2D0}" presName="spaceRect" presStyleCnt="0"/>
      <dgm:spPr/>
    </dgm:pt>
    <dgm:pt modelId="{19F6282E-A549-44DA-B139-41A0D5E86CFB}" type="pres">
      <dgm:prSet presAssocID="{C567BB38-5EBD-4458-8C9C-CD86A1DED2D0}" presName="parTx" presStyleLbl="revTx" presStyleIdx="3" presStyleCnt="6">
        <dgm:presLayoutVars>
          <dgm:chMax val="0"/>
          <dgm:chPref val="0"/>
        </dgm:presLayoutVars>
      </dgm:prSet>
      <dgm:spPr/>
    </dgm:pt>
    <dgm:pt modelId="{5A878814-D1B9-492C-AEFD-C3BE260F96D6}" type="pres">
      <dgm:prSet presAssocID="{FE58D62F-0CB6-468E-B931-5FE095C13379}" presName="sibTrans" presStyleCnt="0"/>
      <dgm:spPr/>
    </dgm:pt>
    <dgm:pt modelId="{AE974BBD-B7C7-49DC-A142-53E7D0DDAECD}" type="pres">
      <dgm:prSet presAssocID="{09297EE4-179B-4E93-ABC6-9D9BC6087898}" presName="compNode" presStyleCnt="0"/>
      <dgm:spPr/>
    </dgm:pt>
    <dgm:pt modelId="{07A39F92-7250-4059-9DF5-B7BF1BD4B16F}" type="pres">
      <dgm:prSet presAssocID="{09297EE4-179B-4E93-ABC6-9D9BC6087898}" presName="bgRect" presStyleLbl="bgShp" presStyleIdx="4" presStyleCnt="6"/>
      <dgm:spPr/>
    </dgm:pt>
    <dgm:pt modelId="{01DF1DA0-1396-4B81-A8E6-44DC8F2E134B}" type="pres">
      <dgm:prSet presAssocID="{09297EE4-179B-4E93-ABC6-9D9BC6087898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8E6F30F-3F06-4942-9DB8-D95906C32EB9}" type="pres">
      <dgm:prSet presAssocID="{09297EE4-179B-4E93-ABC6-9D9BC6087898}" presName="spaceRect" presStyleCnt="0"/>
      <dgm:spPr/>
    </dgm:pt>
    <dgm:pt modelId="{2F66BB8F-8DF7-4007-BD3B-F545C2F015A1}" type="pres">
      <dgm:prSet presAssocID="{09297EE4-179B-4E93-ABC6-9D9BC6087898}" presName="parTx" presStyleLbl="revTx" presStyleIdx="4" presStyleCnt="6">
        <dgm:presLayoutVars>
          <dgm:chMax val="0"/>
          <dgm:chPref val="0"/>
        </dgm:presLayoutVars>
      </dgm:prSet>
      <dgm:spPr/>
    </dgm:pt>
    <dgm:pt modelId="{69801F63-32B0-43A3-8D09-2C434006F8A4}" type="pres">
      <dgm:prSet presAssocID="{39E7011D-F7B2-41F7-AF89-095C96BE5AD1}" presName="sibTrans" presStyleCnt="0"/>
      <dgm:spPr/>
    </dgm:pt>
    <dgm:pt modelId="{82F4BB05-E833-43E8-95F5-5CE779BA56C1}" type="pres">
      <dgm:prSet presAssocID="{41EADDA6-05A2-4541-8323-D4B11F2BC0B4}" presName="compNode" presStyleCnt="0"/>
      <dgm:spPr/>
    </dgm:pt>
    <dgm:pt modelId="{FD090B76-CB8F-4FD0-BB80-11E703E72302}" type="pres">
      <dgm:prSet presAssocID="{41EADDA6-05A2-4541-8323-D4B11F2BC0B4}" presName="bgRect" presStyleLbl="bgShp" presStyleIdx="5" presStyleCnt="6"/>
      <dgm:spPr/>
    </dgm:pt>
    <dgm:pt modelId="{1029D264-2733-4296-B277-2F080F450F75}" type="pres">
      <dgm:prSet presAssocID="{41EADDA6-05A2-4541-8323-D4B11F2BC0B4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39DC902-EF13-43A0-AC09-9A3F3B7C3EA2}" type="pres">
      <dgm:prSet presAssocID="{41EADDA6-05A2-4541-8323-D4B11F2BC0B4}" presName="spaceRect" presStyleCnt="0"/>
      <dgm:spPr/>
    </dgm:pt>
    <dgm:pt modelId="{FE48B8D2-03FB-491C-8C48-3645B98E131E}" type="pres">
      <dgm:prSet presAssocID="{41EADDA6-05A2-4541-8323-D4B11F2BC0B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0AAEF18-AA87-4A32-A6CF-D50A1E46E496}" type="presOf" srcId="{7CDC8D7D-0DA5-4A65-AC0A-B61495D6A1C7}" destId="{18F4BA3F-9D5E-4F7F-B933-06181FD2E01D}" srcOrd="0" destOrd="0" presId="urn:microsoft.com/office/officeart/2018/2/layout/IconVerticalSolidList"/>
    <dgm:cxn modelId="{6DBF5D22-0E31-4907-BA06-1D03CE927B7D}" type="presOf" srcId="{8ACDA876-C50C-4E10-A85A-D7B3F09AABFD}" destId="{5A3AF211-69A3-4980-9EA4-D08FE0D405A1}" srcOrd="0" destOrd="0" presId="urn:microsoft.com/office/officeart/2018/2/layout/IconVerticalSolidList"/>
    <dgm:cxn modelId="{0A9E9D61-4DDE-42F5-AD3D-D3235B85A48C}" srcId="{8ACDA876-C50C-4E10-A85A-D7B3F09AABFD}" destId="{E4812CD0-5FF8-491F-A9D8-838CFB32348A}" srcOrd="1" destOrd="0" parTransId="{F7D8C0C5-7CAC-4406-B955-0316AFE4DF42}" sibTransId="{FA966737-1CDA-47FA-BEB3-445C4D3986EE}"/>
    <dgm:cxn modelId="{37D0F442-8509-4448-B91A-46A475BCAC27}" srcId="{8ACDA876-C50C-4E10-A85A-D7B3F09AABFD}" destId="{09297EE4-179B-4E93-ABC6-9D9BC6087898}" srcOrd="4" destOrd="0" parTransId="{9CD59A23-7917-4FF3-87AF-F1C562231814}" sibTransId="{39E7011D-F7B2-41F7-AF89-095C96BE5AD1}"/>
    <dgm:cxn modelId="{0B3FB243-B02E-4D37-9C58-ED7BF11C99AA}" type="presOf" srcId="{E4812CD0-5FF8-491F-A9D8-838CFB32348A}" destId="{DB387C08-1BE0-4A85-BBA8-15EEA30B6452}" srcOrd="0" destOrd="0" presId="urn:microsoft.com/office/officeart/2018/2/layout/IconVerticalSolidList"/>
    <dgm:cxn modelId="{F3D3B56E-E4D7-4637-A2C9-1DD41803F696}" srcId="{8ACDA876-C50C-4E10-A85A-D7B3F09AABFD}" destId="{C567BB38-5EBD-4458-8C9C-CD86A1DED2D0}" srcOrd="3" destOrd="0" parTransId="{9BAEF3D9-19C3-4C78-847C-47DB52E8D8AC}" sibTransId="{FE58D62F-0CB6-468E-B931-5FE095C13379}"/>
    <dgm:cxn modelId="{07532059-2EA0-4741-AD67-95629F3B7E68}" type="presOf" srcId="{09297EE4-179B-4E93-ABC6-9D9BC6087898}" destId="{2F66BB8F-8DF7-4007-BD3B-F545C2F015A1}" srcOrd="0" destOrd="0" presId="urn:microsoft.com/office/officeart/2018/2/layout/IconVerticalSolidList"/>
    <dgm:cxn modelId="{21E5C97D-53E3-427A-9089-39CB53E6C66A}" srcId="{8ACDA876-C50C-4E10-A85A-D7B3F09AABFD}" destId="{41EADDA6-05A2-4541-8323-D4B11F2BC0B4}" srcOrd="5" destOrd="0" parTransId="{F9CD3678-799D-4A7F-9D6C-C686FC40EB0F}" sibTransId="{196AF08B-3370-4B3F-BE5D-0F1AC3D00981}"/>
    <dgm:cxn modelId="{0CD5E398-9C2B-44A4-B2A9-6803AB7DF8C1}" type="presOf" srcId="{41EADDA6-05A2-4541-8323-D4B11F2BC0B4}" destId="{FE48B8D2-03FB-491C-8C48-3645B98E131E}" srcOrd="0" destOrd="0" presId="urn:microsoft.com/office/officeart/2018/2/layout/IconVerticalSolidList"/>
    <dgm:cxn modelId="{AAC516B5-CFC8-40D1-8F0A-7E1BDE6C083D}" srcId="{8ACDA876-C50C-4E10-A85A-D7B3F09AABFD}" destId="{7CDC8D7D-0DA5-4A65-AC0A-B61495D6A1C7}" srcOrd="0" destOrd="0" parTransId="{9CE306BF-BF4B-4146-A44F-F31D796F55B0}" sibTransId="{0D2EB803-F831-4723-9CCC-07B391620367}"/>
    <dgm:cxn modelId="{1C94EDBB-AA3F-4021-8892-7C54B6630664}" type="presOf" srcId="{C3DEA0E2-C29A-4E35-99E6-17E103477781}" destId="{569A278A-0256-45B9-910E-2A5BA17FAF2D}" srcOrd="0" destOrd="0" presId="urn:microsoft.com/office/officeart/2018/2/layout/IconVerticalSolidList"/>
    <dgm:cxn modelId="{E8A03CF7-65EC-475E-A591-3F91907A7B54}" type="presOf" srcId="{C567BB38-5EBD-4458-8C9C-CD86A1DED2D0}" destId="{19F6282E-A549-44DA-B139-41A0D5E86CFB}" srcOrd="0" destOrd="0" presId="urn:microsoft.com/office/officeart/2018/2/layout/IconVerticalSolidList"/>
    <dgm:cxn modelId="{17DA73FC-AEA8-43F9-B58D-CB4209143FF6}" srcId="{8ACDA876-C50C-4E10-A85A-D7B3F09AABFD}" destId="{C3DEA0E2-C29A-4E35-99E6-17E103477781}" srcOrd="2" destOrd="0" parTransId="{99F97AC9-9E2E-4EC7-9EA7-AA244A702124}" sibTransId="{F086255C-418C-4702-A754-A547C0F6A537}"/>
    <dgm:cxn modelId="{CC832BB8-B9A0-44FD-B102-62036C12E3DF}" type="presParOf" srcId="{5A3AF211-69A3-4980-9EA4-D08FE0D405A1}" destId="{C29FDADC-6E12-4145-88FA-7565F81D10EA}" srcOrd="0" destOrd="0" presId="urn:microsoft.com/office/officeart/2018/2/layout/IconVerticalSolidList"/>
    <dgm:cxn modelId="{7227B7A1-92FD-49D5-9327-007250116CEE}" type="presParOf" srcId="{C29FDADC-6E12-4145-88FA-7565F81D10EA}" destId="{F09F9747-5DA2-4B4A-800F-A45A0FAF6832}" srcOrd="0" destOrd="0" presId="urn:microsoft.com/office/officeart/2018/2/layout/IconVerticalSolidList"/>
    <dgm:cxn modelId="{FC9CCC99-D62A-4C9B-B0CB-CF2F3C2C8CE3}" type="presParOf" srcId="{C29FDADC-6E12-4145-88FA-7565F81D10EA}" destId="{8642D266-55C5-40B6-81E6-BCC8DD38D1A8}" srcOrd="1" destOrd="0" presId="urn:microsoft.com/office/officeart/2018/2/layout/IconVerticalSolidList"/>
    <dgm:cxn modelId="{3121ECDB-F9F7-40A5-9CC9-CA803B7A111B}" type="presParOf" srcId="{C29FDADC-6E12-4145-88FA-7565F81D10EA}" destId="{AFFA500F-ACA8-45B7-A197-BB55D9257A75}" srcOrd="2" destOrd="0" presId="urn:microsoft.com/office/officeart/2018/2/layout/IconVerticalSolidList"/>
    <dgm:cxn modelId="{B82EF0B4-0EED-426B-85FA-7FE3944939D3}" type="presParOf" srcId="{C29FDADC-6E12-4145-88FA-7565F81D10EA}" destId="{18F4BA3F-9D5E-4F7F-B933-06181FD2E01D}" srcOrd="3" destOrd="0" presId="urn:microsoft.com/office/officeart/2018/2/layout/IconVerticalSolidList"/>
    <dgm:cxn modelId="{1013064B-DE6E-4AA5-B57A-6160DD49FB2E}" type="presParOf" srcId="{5A3AF211-69A3-4980-9EA4-D08FE0D405A1}" destId="{4476D49A-7941-444D-B3BF-52F4DAF3E62E}" srcOrd="1" destOrd="0" presId="urn:microsoft.com/office/officeart/2018/2/layout/IconVerticalSolidList"/>
    <dgm:cxn modelId="{EFE411CA-7680-417B-AD19-DB5EEAE514BF}" type="presParOf" srcId="{5A3AF211-69A3-4980-9EA4-D08FE0D405A1}" destId="{76F2F0C7-E7BA-4C2B-963C-77B0D87C30C9}" srcOrd="2" destOrd="0" presId="urn:microsoft.com/office/officeart/2018/2/layout/IconVerticalSolidList"/>
    <dgm:cxn modelId="{01EDE260-116B-4D16-BFCB-7FA8E5AE46AC}" type="presParOf" srcId="{76F2F0C7-E7BA-4C2B-963C-77B0D87C30C9}" destId="{AA8F30D8-1FA8-4BDE-BE1C-9492880E3F1E}" srcOrd="0" destOrd="0" presId="urn:microsoft.com/office/officeart/2018/2/layout/IconVerticalSolidList"/>
    <dgm:cxn modelId="{5A321E51-D57F-4733-96B5-C54047394019}" type="presParOf" srcId="{76F2F0C7-E7BA-4C2B-963C-77B0D87C30C9}" destId="{4E02EF40-830F-4624-9B3B-8DE48BA494CE}" srcOrd="1" destOrd="0" presId="urn:microsoft.com/office/officeart/2018/2/layout/IconVerticalSolidList"/>
    <dgm:cxn modelId="{6522A11B-B772-49FA-AEC4-5AF54D7340A7}" type="presParOf" srcId="{76F2F0C7-E7BA-4C2B-963C-77B0D87C30C9}" destId="{3F69704B-54B5-43C6-99BF-EE3090BCFB5B}" srcOrd="2" destOrd="0" presId="urn:microsoft.com/office/officeart/2018/2/layout/IconVerticalSolidList"/>
    <dgm:cxn modelId="{8E66A801-7F08-4D63-B19C-7D5D60724DCD}" type="presParOf" srcId="{76F2F0C7-E7BA-4C2B-963C-77B0D87C30C9}" destId="{DB387C08-1BE0-4A85-BBA8-15EEA30B6452}" srcOrd="3" destOrd="0" presId="urn:microsoft.com/office/officeart/2018/2/layout/IconVerticalSolidList"/>
    <dgm:cxn modelId="{46E074DF-6432-42BB-AA61-7C646608BBC4}" type="presParOf" srcId="{5A3AF211-69A3-4980-9EA4-D08FE0D405A1}" destId="{0BB0ED81-F034-432D-801B-DCF5B32FFEF3}" srcOrd="3" destOrd="0" presId="urn:microsoft.com/office/officeart/2018/2/layout/IconVerticalSolidList"/>
    <dgm:cxn modelId="{F452EDAB-23E9-4D6F-BECF-AA6D81115C5A}" type="presParOf" srcId="{5A3AF211-69A3-4980-9EA4-D08FE0D405A1}" destId="{52ABC62F-D5A5-4155-B3DE-CE6ED91037E9}" srcOrd="4" destOrd="0" presId="urn:microsoft.com/office/officeart/2018/2/layout/IconVerticalSolidList"/>
    <dgm:cxn modelId="{DC01C4B8-2332-43C2-B789-EAC441B4995B}" type="presParOf" srcId="{52ABC62F-D5A5-4155-B3DE-CE6ED91037E9}" destId="{1D26918D-D2D1-4542-85AF-D94101F82F0C}" srcOrd="0" destOrd="0" presId="urn:microsoft.com/office/officeart/2018/2/layout/IconVerticalSolidList"/>
    <dgm:cxn modelId="{8A050ECC-4996-4163-B1AF-7996C0A9584C}" type="presParOf" srcId="{52ABC62F-D5A5-4155-B3DE-CE6ED91037E9}" destId="{E70FC06A-603C-42B5-96B8-BD601130010E}" srcOrd="1" destOrd="0" presId="urn:microsoft.com/office/officeart/2018/2/layout/IconVerticalSolidList"/>
    <dgm:cxn modelId="{F0E680FE-F95E-463F-AB0E-5D90AE644B65}" type="presParOf" srcId="{52ABC62F-D5A5-4155-B3DE-CE6ED91037E9}" destId="{A7AF0EEB-D6B3-40C6-955F-9AEFAAB3AD39}" srcOrd="2" destOrd="0" presId="urn:microsoft.com/office/officeart/2018/2/layout/IconVerticalSolidList"/>
    <dgm:cxn modelId="{9E24EB8B-6D4F-4CAF-99F6-DE18D8C5D234}" type="presParOf" srcId="{52ABC62F-D5A5-4155-B3DE-CE6ED91037E9}" destId="{569A278A-0256-45B9-910E-2A5BA17FAF2D}" srcOrd="3" destOrd="0" presId="urn:microsoft.com/office/officeart/2018/2/layout/IconVerticalSolidList"/>
    <dgm:cxn modelId="{F262BF39-660E-453C-BEE1-5912795AE404}" type="presParOf" srcId="{5A3AF211-69A3-4980-9EA4-D08FE0D405A1}" destId="{1B0FBF90-680F-44BA-8DDC-7A3E1269FD1F}" srcOrd="5" destOrd="0" presId="urn:microsoft.com/office/officeart/2018/2/layout/IconVerticalSolidList"/>
    <dgm:cxn modelId="{ADE93807-9D32-443F-BC74-42F162607C35}" type="presParOf" srcId="{5A3AF211-69A3-4980-9EA4-D08FE0D405A1}" destId="{9C40F28C-5AB5-4596-9007-7E2968773CCC}" srcOrd="6" destOrd="0" presId="urn:microsoft.com/office/officeart/2018/2/layout/IconVerticalSolidList"/>
    <dgm:cxn modelId="{707FF2DB-C91F-40FC-A95A-9D09AE4D86DF}" type="presParOf" srcId="{9C40F28C-5AB5-4596-9007-7E2968773CCC}" destId="{96D4F074-56E3-45A7-BC75-CA086912A556}" srcOrd="0" destOrd="0" presId="urn:microsoft.com/office/officeart/2018/2/layout/IconVerticalSolidList"/>
    <dgm:cxn modelId="{5D922F90-15D0-43D8-997B-03A5816D416D}" type="presParOf" srcId="{9C40F28C-5AB5-4596-9007-7E2968773CCC}" destId="{2E809F0B-955D-45F0-9C40-183D9707C74B}" srcOrd="1" destOrd="0" presId="urn:microsoft.com/office/officeart/2018/2/layout/IconVerticalSolidList"/>
    <dgm:cxn modelId="{849143A9-0C44-4B5B-A8F1-9798E1A81050}" type="presParOf" srcId="{9C40F28C-5AB5-4596-9007-7E2968773CCC}" destId="{25703088-32F2-461C-A46F-9C040EE9D583}" srcOrd="2" destOrd="0" presId="urn:microsoft.com/office/officeart/2018/2/layout/IconVerticalSolidList"/>
    <dgm:cxn modelId="{42A36421-F652-497E-9F5E-92EF16E9EA83}" type="presParOf" srcId="{9C40F28C-5AB5-4596-9007-7E2968773CCC}" destId="{19F6282E-A549-44DA-B139-41A0D5E86CFB}" srcOrd="3" destOrd="0" presId="urn:microsoft.com/office/officeart/2018/2/layout/IconVerticalSolidList"/>
    <dgm:cxn modelId="{28F3CAE4-3E2A-4BE3-B612-2B0B71A40D8D}" type="presParOf" srcId="{5A3AF211-69A3-4980-9EA4-D08FE0D405A1}" destId="{5A878814-D1B9-492C-AEFD-C3BE260F96D6}" srcOrd="7" destOrd="0" presId="urn:microsoft.com/office/officeart/2018/2/layout/IconVerticalSolidList"/>
    <dgm:cxn modelId="{B603FAAA-83FD-4DFD-B900-69050A4E7162}" type="presParOf" srcId="{5A3AF211-69A3-4980-9EA4-D08FE0D405A1}" destId="{AE974BBD-B7C7-49DC-A142-53E7D0DDAECD}" srcOrd="8" destOrd="0" presId="urn:microsoft.com/office/officeart/2018/2/layout/IconVerticalSolidList"/>
    <dgm:cxn modelId="{3D51D71D-3603-449A-99AB-0E446C6D471B}" type="presParOf" srcId="{AE974BBD-B7C7-49DC-A142-53E7D0DDAECD}" destId="{07A39F92-7250-4059-9DF5-B7BF1BD4B16F}" srcOrd="0" destOrd="0" presId="urn:microsoft.com/office/officeart/2018/2/layout/IconVerticalSolidList"/>
    <dgm:cxn modelId="{2CF1F70B-473E-4B66-8C48-DB323C77BE42}" type="presParOf" srcId="{AE974BBD-B7C7-49DC-A142-53E7D0DDAECD}" destId="{01DF1DA0-1396-4B81-A8E6-44DC8F2E134B}" srcOrd="1" destOrd="0" presId="urn:microsoft.com/office/officeart/2018/2/layout/IconVerticalSolidList"/>
    <dgm:cxn modelId="{DBF68F25-D41F-40C9-BE88-CF8D3E4889BB}" type="presParOf" srcId="{AE974BBD-B7C7-49DC-A142-53E7D0DDAECD}" destId="{A8E6F30F-3F06-4942-9DB8-D95906C32EB9}" srcOrd="2" destOrd="0" presId="urn:microsoft.com/office/officeart/2018/2/layout/IconVerticalSolidList"/>
    <dgm:cxn modelId="{E5DB325D-F18F-4262-96F3-BC8297D698A0}" type="presParOf" srcId="{AE974BBD-B7C7-49DC-A142-53E7D0DDAECD}" destId="{2F66BB8F-8DF7-4007-BD3B-F545C2F015A1}" srcOrd="3" destOrd="0" presId="urn:microsoft.com/office/officeart/2018/2/layout/IconVerticalSolidList"/>
    <dgm:cxn modelId="{790C9542-58F9-4131-B938-12BCF0B49ADD}" type="presParOf" srcId="{5A3AF211-69A3-4980-9EA4-D08FE0D405A1}" destId="{69801F63-32B0-43A3-8D09-2C434006F8A4}" srcOrd="9" destOrd="0" presId="urn:microsoft.com/office/officeart/2018/2/layout/IconVerticalSolidList"/>
    <dgm:cxn modelId="{3F0F7CF0-7B4F-47F6-8905-16D6412553B6}" type="presParOf" srcId="{5A3AF211-69A3-4980-9EA4-D08FE0D405A1}" destId="{82F4BB05-E833-43E8-95F5-5CE779BA56C1}" srcOrd="10" destOrd="0" presId="urn:microsoft.com/office/officeart/2018/2/layout/IconVerticalSolidList"/>
    <dgm:cxn modelId="{B00BA3A0-94A6-4A56-BB6F-161885090DB3}" type="presParOf" srcId="{82F4BB05-E833-43E8-95F5-5CE779BA56C1}" destId="{FD090B76-CB8F-4FD0-BB80-11E703E72302}" srcOrd="0" destOrd="0" presId="urn:microsoft.com/office/officeart/2018/2/layout/IconVerticalSolidList"/>
    <dgm:cxn modelId="{A0C6792E-791A-44B2-92EE-CBBDA2EEF8EC}" type="presParOf" srcId="{82F4BB05-E833-43E8-95F5-5CE779BA56C1}" destId="{1029D264-2733-4296-B277-2F080F450F75}" srcOrd="1" destOrd="0" presId="urn:microsoft.com/office/officeart/2018/2/layout/IconVerticalSolidList"/>
    <dgm:cxn modelId="{0641A58A-C4B1-4D19-B86B-6E010A90C2CC}" type="presParOf" srcId="{82F4BB05-E833-43E8-95F5-5CE779BA56C1}" destId="{B39DC902-EF13-43A0-AC09-9A3F3B7C3EA2}" srcOrd="2" destOrd="0" presId="urn:microsoft.com/office/officeart/2018/2/layout/IconVerticalSolidList"/>
    <dgm:cxn modelId="{D11AB2E1-B59B-4A8D-AB80-7B2B139B74F5}" type="presParOf" srcId="{82F4BB05-E833-43E8-95F5-5CE779BA56C1}" destId="{FE48B8D2-03FB-491C-8C48-3645B98E13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0E33CA-5FA4-4B8B-8AAC-085436EF328C}" type="doc">
      <dgm:prSet loTypeId="urn:microsoft.com/office/officeart/2018/2/layout/IconVerticalSolidList" loCatId="icon" qsTypeId="urn:microsoft.com/office/officeart/2005/8/quickstyle/simple1#3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7F472AB-6BDB-4161-A242-43A845CFC0C8}">
      <dgm:prSet/>
      <dgm:spPr/>
      <dgm:t>
        <a:bodyPr/>
        <a:lstStyle/>
        <a:p>
          <a:r>
            <a:rPr lang="en-US" dirty="0"/>
            <a:t> Shows joint distribution of two variables using </a:t>
          </a:r>
          <a:r>
            <a:rPr lang="en-US" dirty="0" err="1"/>
            <a:t>colour</a:t>
          </a:r>
          <a:r>
            <a:rPr lang="en-US" dirty="0"/>
            <a:t> for frequency.</a:t>
          </a:r>
        </a:p>
      </dgm:t>
    </dgm:pt>
    <dgm:pt modelId="{3215B307-C580-4468-87F8-D6768FA07121}" type="parTrans" cxnId="{3050CCE4-2E83-4875-8E5F-883AAF5887F7}">
      <dgm:prSet/>
      <dgm:spPr/>
      <dgm:t>
        <a:bodyPr/>
        <a:lstStyle/>
        <a:p>
          <a:endParaRPr lang="en-US"/>
        </a:p>
      </dgm:t>
    </dgm:pt>
    <dgm:pt modelId="{27FA4064-E37F-4CB0-A491-ACB939C2BE54}" type="sibTrans" cxnId="{3050CCE4-2E83-4875-8E5F-883AAF5887F7}">
      <dgm:prSet/>
      <dgm:spPr/>
      <dgm:t>
        <a:bodyPr/>
        <a:lstStyle/>
        <a:p>
          <a:endParaRPr lang="en-US"/>
        </a:p>
      </dgm:t>
    </dgm:pt>
    <dgm:pt modelId="{E3C1AF18-A94E-42C4-978D-17E285735E3C}">
      <dgm:prSet/>
      <dgm:spPr/>
      <dgm:t>
        <a:bodyPr/>
        <a:lstStyle/>
        <a:p>
          <a:r>
            <a:rPr lang="en-US" dirty="0"/>
            <a:t> Steps: raw hist2d → add bins → add </a:t>
          </a:r>
          <a:r>
            <a:rPr lang="en-US" dirty="0" err="1"/>
            <a:t>colour</a:t>
          </a:r>
          <a:r>
            <a:rPr lang="en-US" dirty="0"/>
            <a:t> map → add </a:t>
          </a:r>
          <a:r>
            <a:rPr lang="en-US" dirty="0" err="1"/>
            <a:t>colour</a:t>
          </a:r>
          <a:r>
            <a:rPr lang="en-US" dirty="0"/>
            <a:t> bar.</a:t>
          </a:r>
        </a:p>
      </dgm:t>
    </dgm:pt>
    <dgm:pt modelId="{53520040-0DCC-415E-88EE-5DBC256A7BFD}" type="parTrans" cxnId="{1DE8B4DC-A997-4540-9F7C-CAC2B14082BE}">
      <dgm:prSet/>
      <dgm:spPr/>
      <dgm:t>
        <a:bodyPr/>
        <a:lstStyle/>
        <a:p>
          <a:endParaRPr lang="en-US"/>
        </a:p>
      </dgm:t>
    </dgm:pt>
    <dgm:pt modelId="{79FBEF64-C21B-4DBA-8211-51472F7CF042}" type="sibTrans" cxnId="{1DE8B4DC-A997-4540-9F7C-CAC2B14082BE}">
      <dgm:prSet/>
      <dgm:spPr/>
      <dgm:t>
        <a:bodyPr/>
        <a:lstStyle/>
        <a:p>
          <a:endParaRPr lang="en-US"/>
        </a:p>
      </dgm:t>
    </dgm:pt>
    <dgm:pt modelId="{378A5224-7BD2-49C0-8809-250783A9209D}">
      <dgm:prSet/>
      <dgm:spPr/>
      <dgm:t>
        <a:bodyPr/>
        <a:lstStyle/>
        <a:p>
          <a:r>
            <a:rPr lang="en-US" dirty="0"/>
            <a:t> Light </a:t>
          </a:r>
          <a:r>
            <a:rPr lang="en-US" dirty="0" err="1"/>
            <a:t>colours</a:t>
          </a:r>
          <a:r>
            <a:rPr lang="en-US" dirty="0"/>
            <a:t> = high frequency.</a:t>
          </a:r>
        </a:p>
      </dgm:t>
    </dgm:pt>
    <dgm:pt modelId="{66F2DC93-3B8B-40B4-A403-B17140C16960}" type="parTrans" cxnId="{87FE871D-CEFA-4A20-9F51-AF006C8553E0}">
      <dgm:prSet/>
      <dgm:spPr/>
      <dgm:t>
        <a:bodyPr/>
        <a:lstStyle/>
        <a:p>
          <a:endParaRPr lang="en-US"/>
        </a:p>
      </dgm:t>
    </dgm:pt>
    <dgm:pt modelId="{160FA4BC-5DE3-4ABA-96F2-08771CE94887}" type="sibTrans" cxnId="{87FE871D-CEFA-4A20-9F51-AF006C8553E0}">
      <dgm:prSet/>
      <dgm:spPr/>
      <dgm:t>
        <a:bodyPr/>
        <a:lstStyle/>
        <a:p>
          <a:endParaRPr lang="en-US"/>
        </a:p>
      </dgm:t>
    </dgm:pt>
    <dgm:pt modelId="{1DF203D8-D240-4C08-B607-E6F845BEFAE4}">
      <dgm:prSet/>
      <dgm:spPr/>
      <dgm:t>
        <a:bodyPr/>
        <a:lstStyle/>
        <a:p>
          <a:r>
            <a:rPr lang="en-US"/>
            <a:t>Key Code: plt.hist2d(x, y, bins=40, cmap='viridis')</a:t>
          </a:r>
        </a:p>
      </dgm:t>
    </dgm:pt>
    <dgm:pt modelId="{37AB285B-DDB8-4BEA-9895-C7D537C6EB82}" type="parTrans" cxnId="{9C5412E2-8C7A-4109-9C65-19FF1F4BA558}">
      <dgm:prSet/>
      <dgm:spPr/>
      <dgm:t>
        <a:bodyPr/>
        <a:lstStyle/>
        <a:p>
          <a:endParaRPr lang="en-US"/>
        </a:p>
      </dgm:t>
    </dgm:pt>
    <dgm:pt modelId="{7257B33F-FA71-4F83-89BE-310C5A1FE3DB}" type="sibTrans" cxnId="{9C5412E2-8C7A-4109-9C65-19FF1F4BA558}">
      <dgm:prSet/>
      <dgm:spPr/>
      <dgm:t>
        <a:bodyPr/>
        <a:lstStyle/>
        <a:p>
          <a:endParaRPr lang="en-US"/>
        </a:p>
      </dgm:t>
    </dgm:pt>
    <dgm:pt modelId="{A7FBB939-DD43-40AF-BD00-61F8BDEB8C67}">
      <dgm:prSet/>
      <dgm:spPr/>
      <dgm:t>
        <a:bodyPr/>
        <a:lstStyle/>
        <a:p>
          <a:r>
            <a:rPr lang="en-US"/>
            <a:t>plt.colorbar(label='Count')</a:t>
          </a:r>
        </a:p>
      </dgm:t>
    </dgm:pt>
    <dgm:pt modelId="{C262DF37-FB7B-4796-B830-E01D31FAEFEC}" type="parTrans" cxnId="{D9EFCAA2-35F5-4370-8CE1-EC6D6186010B}">
      <dgm:prSet/>
      <dgm:spPr/>
      <dgm:t>
        <a:bodyPr/>
        <a:lstStyle/>
        <a:p>
          <a:endParaRPr lang="en-US"/>
        </a:p>
      </dgm:t>
    </dgm:pt>
    <dgm:pt modelId="{07FA8C88-BDE4-461E-B9E4-0A8CE72D28D6}" type="sibTrans" cxnId="{D9EFCAA2-35F5-4370-8CE1-EC6D6186010B}">
      <dgm:prSet/>
      <dgm:spPr/>
      <dgm:t>
        <a:bodyPr/>
        <a:lstStyle/>
        <a:p>
          <a:endParaRPr lang="en-US"/>
        </a:p>
      </dgm:t>
    </dgm:pt>
    <dgm:pt modelId="{B8F16D73-8965-44A4-AF7E-EC30AC9F569C}" type="pres">
      <dgm:prSet presAssocID="{BB0E33CA-5FA4-4B8B-8AAC-085436EF328C}" presName="root" presStyleCnt="0">
        <dgm:presLayoutVars>
          <dgm:dir/>
          <dgm:resizeHandles val="exact"/>
        </dgm:presLayoutVars>
      </dgm:prSet>
      <dgm:spPr/>
    </dgm:pt>
    <dgm:pt modelId="{80E5C0CF-6FBB-46C8-9C76-C4EC42877A3B}" type="pres">
      <dgm:prSet presAssocID="{47F472AB-6BDB-4161-A242-43A845CFC0C8}" presName="compNode" presStyleCnt="0"/>
      <dgm:spPr/>
    </dgm:pt>
    <dgm:pt modelId="{F0BAD912-3E71-4E37-8528-F27DF036803F}" type="pres">
      <dgm:prSet presAssocID="{47F472AB-6BDB-4161-A242-43A845CFC0C8}" presName="bgRect" presStyleLbl="bgShp" presStyleIdx="0" presStyleCnt="5"/>
      <dgm:spPr/>
    </dgm:pt>
    <dgm:pt modelId="{9820249D-A6DC-40DA-8784-8688F88744C8}" type="pres">
      <dgm:prSet presAssocID="{47F472AB-6BDB-4161-A242-43A845CFC0C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"/>
        </a:ext>
      </dgm:extLst>
    </dgm:pt>
    <dgm:pt modelId="{4F77F30C-3BC4-4B35-8FD5-7F38E462C9D2}" type="pres">
      <dgm:prSet presAssocID="{47F472AB-6BDB-4161-A242-43A845CFC0C8}" presName="spaceRect" presStyleCnt="0"/>
      <dgm:spPr/>
    </dgm:pt>
    <dgm:pt modelId="{896AED38-BDE6-4511-AF9E-1E98CEC7CC15}" type="pres">
      <dgm:prSet presAssocID="{47F472AB-6BDB-4161-A242-43A845CFC0C8}" presName="parTx" presStyleLbl="revTx" presStyleIdx="0" presStyleCnt="5">
        <dgm:presLayoutVars>
          <dgm:chMax val="0"/>
          <dgm:chPref val="0"/>
        </dgm:presLayoutVars>
      </dgm:prSet>
      <dgm:spPr/>
    </dgm:pt>
    <dgm:pt modelId="{E458F974-AF75-40E8-94C3-AC6D50DC987E}" type="pres">
      <dgm:prSet presAssocID="{27FA4064-E37F-4CB0-A491-ACB939C2BE54}" presName="sibTrans" presStyleCnt="0"/>
      <dgm:spPr/>
    </dgm:pt>
    <dgm:pt modelId="{5D1051A6-D1F2-468F-8DBD-6F9437378114}" type="pres">
      <dgm:prSet presAssocID="{E3C1AF18-A94E-42C4-978D-17E285735E3C}" presName="compNode" presStyleCnt="0"/>
      <dgm:spPr/>
    </dgm:pt>
    <dgm:pt modelId="{7491C740-0AF0-40C2-B9E1-4EE5FFE329AE}" type="pres">
      <dgm:prSet presAssocID="{E3C1AF18-A94E-42C4-978D-17E285735E3C}" presName="bgRect" presStyleLbl="bgShp" presStyleIdx="1" presStyleCnt="5"/>
      <dgm:spPr/>
    </dgm:pt>
    <dgm:pt modelId="{F5646542-9F2C-4213-A0EF-C9BC903ABA96}" type="pres">
      <dgm:prSet presAssocID="{E3C1AF18-A94E-42C4-978D-17E285735E3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F93F82C3-C719-43D9-A681-6D66588B3A0A}" type="pres">
      <dgm:prSet presAssocID="{E3C1AF18-A94E-42C4-978D-17E285735E3C}" presName="spaceRect" presStyleCnt="0"/>
      <dgm:spPr/>
    </dgm:pt>
    <dgm:pt modelId="{16499CFB-81A2-43F0-BFC6-5CB500407BBE}" type="pres">
      <dgm:prSet presAssocID="{E3C1AF18-A94E-42C4-978D-17E285735E3C}" presName="parTx" presStyleLbl="revTx" presStyleIdx="1" presStyleCnt="5">
        <dgm:presLayoutVars>
          <dgm:chMax val="0"/>
          <dgm:chPref val="0"/>
        </dgm:presLayoutVars>
      </dgm:prSet>
      <dgm:spPr/>
    </dgm:pt>
    <dgm:pt modelId="{9D0043DE-716C-4C79-8F6F-650608FAE390}" type="pres">
      <dgm:prSet presAssocID="{79FBEF64-C21B-4DBA-8211-51472F7CF042}" presName="sibTrans" presStyleCnt="0"/>
      <dgm:spPr/>
    </dgm:pt>
    <dgm:pt modelId="{D2200D56-CB4D-4F10-AD14-8D056980AC47}" type="pres">
      <dgm:prSet presAssocID="{378A5224-7BD2-49C0-8809-250783A9209D}" presName="compNode" presStyleCnt="0"/>
      <dgm:spPr/>
    </dgm:pt>
    <dgm:pt modelId="{C6260050-838F-43ED-B74B-8F2862ECB4FC}" type="pres">
      <dgm:prSet presAssocID="{378A5224-7BD2-49C0-8809-250783A9209D}" presName="bgRect" presStyleLbl="bgShp" presStyleIdx="2" presStyleCnt="5"/>
      <dgm:spPr/>
    </dgm:pt>
    <dgm:pt modelId="{3330B8CD-CBBD-44C5-B161-529F96B845A9}" type="pres">
      <dgm:prSet presAssocID="{378A5224-7BD2-49C0-8809-250783A9209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099D7FD6-B1E5-4381-ABA1-F086059690FF}" type="pres">
      <dgm:prSet presAssocID="{378A5224-7BD2-49C0-8809-250783A9209D}" presName="spaceRect" presStyleCnt="0"/>
      <dgm:spPr/>
    </dgm:pt>
    <dgm:pt modelId="{16DD4DB8-84A5-4AF6-A818-2AC99A3D1320}" type="pres">
      <dgm:prSet presAssocID="{378A5224-7BD2-49C0-8809-250783A9209D}" presName="parTx" presStyleLbl="revTx" presStyleIdx="2" presStyleCnt="5">
        <dgm:presLayoutVars>
          <dgm:chMax val="0"/>
          <dgm:chPref val="0"/>
        </dgm:presLayoutVars>
      </dgm:prSet>
      <dgm:spPr/>
    </dgm:pt>
    <dgm:pt modelId="{D924F75E-7BD9-4788-AB3C-43996EDB4E76}" type="pres">
      <dgm:prSet presAssocID="{160FA4BC-5DE3-4ABA-96F2-08771CE94887}" presName="sibTrans" presStyleCnt="0"/>
      <dgm:spPr/>
    </dgm:pt>
    <dgm:pt modelId="{F6331D96-2ACE-4E45-B25D-2E38C2E574DA}" type="pres">
      <dgm:prSet presAssocID="{1DF203D8-D240-4C08-B607-E6F845BEFAE4}" presName="compNode" presStyleCnt="0"/>
      <dgm:spPr/>
    </dgm:pt>
    <dgm:pt modelId="{EB9FAA54-DDC1-4709-8CCD-2C8B89403C20}" type="pres">
      <dgm:prSet presAssocID="{1DF203D8-D240-4C08-B607-E6F845BEFAE4}" presName="bgRect" presStyleLbl="bgShp" presStyleIdx="3" presStyleCnt="5"/>
      <dgm:spPr/>
    </dgm:pt>
    <dgm:pt modelId="{B9A70D66-D876-4241-807D-CCD1B4458849}" type="pres">
      <dgm:prSet presAssocID="{1DF203D8-D240-4C08-B607-E6F845BEFAE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CC102883-2019-44AB-8A8B-048FE9975BE1}" type="pres">
      <dgm:prSet presAssocID="{1DF203D8-D240-4C08-B607-E6F845BEFAE4}" presName="spaceRect" presStyleCnt="0"/>
      <dgm:spPr/>
    </dgm:pt>
    <dgm:pt modelId="{2AB6303B-3A3F-4A27-A457-71D480E10510}" type="pres">
      <dgm:prSet presAssocID="{1DF203D8-D240-4C08-B607-E6F845BEFAE4}" presName="parTx" presStyleLbl="revTx" presStyleIdx="3" presStyleCnt="5">
        <dgm:presLayoutVars>
          <dgm:chMax val="0"/>
          <dgm:chPref val="0"/>
        </dgm:presLayoutVars>
      </dgm:prSet>
      <dgm:spPr/>
    </dgm:pt>
    <dgm:pt modelId="{C3EE9032-1991-42D0-B27A-5F83EAEA9ECC}" type="pres">
      <dgm:prSet presAssocID="{7257B33F-FA71-4F83-89BE-310C5A1FE3DB}" presName="sibTrans" presStyleCnt="0"/>
      <dgm:spPr/>
    </dgm:pt>
    <dgm:pt modelId="{6A75226E-46ED-4550-8A94-7AFAFF9CC4C5}" type="pres">
      <dgm:prSet presAssocID="{A7FBB939-DD43-40AF-BD00-61F8BDEB8C67}" presName="compNode" presStyleCnt="0"/>
      <dgm:spPr/>
    </dgm:pt>
    <dgm:pt modelId="{CCE773C5-CFFC-458E-9EB6-0F66DADB1D6A}" type="pres">
      <dgm:prSet presAssocID="{A7FBB939-DD43-40AF-BD00-61F8BDEB8C67}" presName="bgRect" presStyleLbl="bgShp" presStyleIdx="4" presStyleCnt="5"/>
      <dgm:spPr/>
    </dgm:pt>
    <dgm:pt modelId="{9BD97858-CA3C-4630-8C35-C2770BC1F7D0}" type="pres">
      <dgm:prSet presAssocID="{A7FBB939-DD43-40AF-BD00-61F8BDEB8C6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7F5F97F0-B672-491B-AAB7-D44176E2C317}" type="pres">
      <dgm:prSet presAssocID="{A7FBB939-DD43-40AF-BD00-61F8BDEB8C67}" presName="spaceRect" presStyleCnt="0"/>
      <dgm:spPr/>
    </dgm:pt>
    <dgm:pt modelId="{CB460C6F-9A82-4F60-AE97-02ADD17179C3}" type="pres">
      <dgm:prSet presAssocID="{A7FBB939-DD43-40AF-BD00-61F8BDEB8C6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7FE871D-CEFA-4A20-9F51-AF006C8553E0}" srcId="{BB0E33CA-5FA4-4B8B-8AAC-085436EF328C}" destId="{378A5224-7BD2-49C0-8809-250783A9209D}" srcOrd="2" destOrd="0" parTransId="{66F2DC93-3B8B-40B4-A403-B17140C16960}" sibTransId="{160FA4BC-5DE3-4ABA-96F2-08771CE94887}"/>
    <dgm:cxn modelId="{24486037-6471-4DEB-B67A-057B64D57414}" type="presOf" srcId="{1DF203D8-D240-4C08-B607-E6F845BEFAE4}" destId="{2AB6303B-3A3F-4A27-A457-71D480E10510}" srcOrd="0" destOrd="0" presId="urn:microsoft.com/office/officeart/2018/2/layout/IconVerticalSolidList"/>
    <dgm:cxn modelId="{0302AE93-21FC-49F8-96CA-720FFAB51E0B}" type="presOf" srcId="{BB0E33CA-5FA4-4B8B-8AAC-085436EF328C}" destId="{B8F16D73-8965-44A4-AF7E-EC30AC9F569C}" srcOrd="0" destOrd="0" presId="urn:microsoft.com/office/officeart/2018/2/layout/IconVerticalSolidList"/>
    <dgm:cxn modelId="{D9EFCAA2-35F5-4370-8CE1-EC6D6186010B}" srcId="{BB0E33CA-5FA4-4B8B-8AAC-085436EF328C}" destId="{A7FBB939-DD43-40AF-BD00-61F8BDEB8C67}" srcOrd="4" destOrd="0" parTransId="{C262DF37-FB7B-4796-B830-E01D31FAEFEC}" sibTransId="{07FA8C88-BDE4-461E-B9E4-0A8CE72D28D6}"/>
    <dgm:cxn modelId="{72E785A8-FB62-468E-BA48-62A554549FB0}" type="presOf" srcId="{378A5224-7BD2-49C0-8809-250783A9209D}" destId="{16DD4DB8-84A5-4AF6-A818-2AC99A3D1320}" srcOrd="0" destOrd="0" presId="urn:microsoft.com/office/officeart/2018/2/layout/IconVerticalSolidList"/>
    <dgm:cxn modelId="{C3DD8DC5-3E96-4636-8326-C9625A79E576}" type="presOf" srcId="{A7FBB939-DD43-40AF-BD00-61F8BDEB8C67}" destId="{CB460C6F-9A82-4F60-AE97-02ADD17179C3}" srcOrd="0" destOrd="0" presId="urn:microsoft.com/office/officeart/2018/2/layout/IconVerticalSolidList"/>
    <dgm:cxn modelId="{1DE8B4DC-A997-4540-9F7C-CAC2B14082BE}" srcId="{BB0E33CA-5FA4-4B8B-8AAC-085436EF328C}" destId="{E3C1AF18-A94E-42C4-978D-17E285735E3C}" srcOrd="1" destOrd="0" parTransId="{53520040-0DCC-415E-88EE-5DBC256A7BFD}" sibTransId="{79FBEF64-C21B-4DBA-8211-51472F7CF042}"/>
    <dgm:cxn modelId="{9C5412E2-8C7A-4109-9C65-19FF1F4BA558}" srcId="{BB0E33CA-5FA4-4B8B-8AAC-085436EF328C}" destId="{1DF203D8-D240-4C08-B607-E6F845BEFAE4}" srcOrd="3" destOrd="0" parTransId="{37AB285B-DDB8-4BEA-9895-C7D537C6EB82}" sibTransId="{7257B33F-FA71-4F83-89BE-310C5A1FE3DB}"/>
    <dgm:cxn modelId="{3050CCE4-2E83-4875-8E5F-883AAF5887F7}" srcId="{BB0E33CA-5FA4-4B8B-8AAC-085436EF328C}" destId="{47F472AB-6BDB-4161-A242-43A845CFC0C8}" srcOrd="0" destOrd="0" parTransId="{3215B307-C580-4468-87F8-D6768FA07121}" sibTransId="{27FA4064-E37F-4CB0-A491-ACB939C2BE54}"/>
    <dgm:cxn modelId="{5B2F0DED-3E69-42AE-96CE-63827BD757BC}" type="presOf" srcId="{E3C1AF18-A94E-42C4-978D-17E285735E3C}" destId="{16499CFB-81A2-43F0-BFC6-5CB500407BBE}" srcOrd="0" destOrd="0" presId="urn:microsoft.com/office/officeart/2018/2/layout/IconVerticalSolidList"/>
    <dgm:cxn modelId="{CD6718EE-DC7A-4B88-8326-A3636FF442CF}" type="presOf" srcId="{47F472AB-6BDB-4161-A242-43A845CFC0C8}" destId="{896AED38-BDE6-4511-AF9E-1E98CEC7CC15}" srcOrd="0" destOrd="0" presId="urn:microsoft.com/office/officeart/2018/2/layout/IconVerticalSolidList"/>
    <dgm:cxn modelId="{BD457716-9D65-4C64-A03F-9319E14AEF0F}" type="presParOf" srcId="{B8F16D73-8965-44A4-AF7E-EC30AC9F569C}" destId="{80E5C0CF-6FBB-46C8-9C76-C4EC42877A3B}" srcOrd="0" destOrd="0" presId="urn:microsoft.com/office/officeart/2018/2/layout/IconVerticalSolidList"/>
    <dgm:cxn modelId="{24A23E2B-2861-4EA5-BAF9-4A8D9F5E1A10}" type="presParOf" srcId="{80E5C0CF-6FBB-46C8-9C76-C4EC42877A3B}" destId="{F0BAD912-3E71-4E37-8528-F27DF036803F}" srcOrd="0" destOrd="0" presId="urn:microsoft.com/office/officeart/2018/2/layout/IconVerticalSolidList"/>
    <dgm:cxn modelId="{634C03F1-2DF1-4011-8486-B57EF004DC4D}" type="presParOf" srcId="{80E5C0CF-6FBB-46C8-9C76-C4EC42877A3B}" destId="{9820249D-A6DC-40DA-8784-8688F88744C8}" srcOrd="1" destOrd="0" presId="urn:microsoft.com/office/officeart/2018/2/layout/IconVerticalSolidList"/>
    <dgm:cxn modelId="{974C4101-8E32-4D69-84E1-171091B48734}" type="presParOf" srcId="{80E5C0CF-6FBB-46C8-9C76-C4EC42877A3B}" destId="{4F77F30C-3BC4-4B35-8FD5-7F38E462C9D2}" srcOrd="2" destOrd="0" presId="urn:microsoft.com/office/officeart/2018/2/layout/IconVerticalSolidList"/>
    <dgm:cxn modelId="{12241507-9AA5-41EF-97F6-E34585C299AC}" type="presParOf" srcId="{80E5C0CF-6FBB-46C8-9C76-C4EC42877A3B}" destId="{896AED38-BDE6-4511-AF9E-1E98CEC7CC15}" srcOrd="3" destOrd="0" presId="urn:microsoft.com/office/officeart/2018/2/layout/IconVerticalSolidList"/>
    <dgm:cxn modelId="{9FD1C6E8-4A42-4FE8-94FE-F0C14710CABC}" type="presParOf" srcId="{B8F16D73-8965-44A4-AF7E-EC30AC9F569C}" destId="{E458F974-AF75-40E8-94C3-AC6D50DC987E}" srcOrd="1" destOrd="0" presId="urn:microsoft.com/office/officeart/2018/2/layout/IconVerticalSolidList"/>
    <dgm:cxn modelId="{75E57C22-7387-49E2-9B07-367D8E6F8104}" type="presParOf" srcId="{B8F16D73-8965-44A4-AF7E-EC30AC9F569C}" destId="{5D1051A6-D1F2-468F-8DBD-6F9437378114}" srcOrd="2" destOrd="0" presId="urn:microsoft.com/office/officeart/2018/2/layout/IconVerticalSolidList"/>
    <dgm:cxn modelId="{5466C60D-E781-4AD8-8E2A-A59C28F887B8}" type="presParOf" srcId="{5D1051A6-D1F2-468F-8DBD-6F9437378114}" destId="{7491C740-0AF0-40C2-B9E1-4EE5FFE329AE}" srcOrd="0" destOrd="0" presId="urn:microsoft.com/office/officeart/2018/2/layout/IconVerticalSolidList"/>
    <dgm:cxn modelId="{8412A1B0-3AE7-49E1-BF04-9A83BF149945}" type="presParOf" srcId="{5D1051A6-D1F2-468F-8DBD-6F9437378114}" destId="{F5646542-9F2C-4213-A0EF-C9BC903ABA96}" srcOrd="1" destOrd="0" presId="urn:microsoft.com/office/officeart/2018/2/layout/IconVerticalSolidList"/>
    <dgm:cxn modelId="{49C8C4BE-DF78-4767-8064-D04F2454117F}" type="presParOf" srcId="{5D1051A6-D1F2-468F-8DBD-6F9437378114}" destId="{F93F82C3-C719-43D9-A681-6D66588B3A0A}" srcOrd="2" destOrd="0" presId="urn:microsoft.com/office/officeart/2018/2/layout/IconVerticalSolidList"/>
    <dgm:cxn modelId="{4170F7E7-80E4-4D79-AFB6-7012E0D350AF}" type="presParOf" srcId="{5D1051A6-D1F2-468F-8DBD-6F9437378114}" destId="{16499CFB-81A2-43F0-BFC6-5CB500407BBE}" srcOrd="3" destOrd="0" presId="urn:microsoft.com/office/officeart/2018/2/layout/IconVerticalSolidList"/>
    <dgm:cxn modelId="{077D76FF-4543-41C2-9BE2-5C2EF4A9B95F}" type="presParOf" srcId="{B8F16D73-8965-44A4-AF7E-EC30AC9F569C}" destId="{9D0043DE-716C-4C79-8F6F-650608FAE390}" srcOrd="3" destOrd="0" presId="urn:microsoft.com/office/officeart/2018/2/layout/IconVerticalSolidList"/>
    <dgm:cxn modelId="{1CB89893-E9AB-4FAF-AD41-33D5501122AF}" type="presParOf" srcId="{B8F16D73-8965-44A4-AF7E-EC30AC9F569C}" destId="{D2200D56-CB4D-4F10-AD14-8D056980AC47}" srcOrd="4" destOrd="0" presId="urn:microsoft.com/office/officeart/2018/2/layout/IconVerticalSolidList"/>
    <dgm:cxn modelId="{50F5D077-4FB2-431D-B118-FDD6C2349DFD}" type="presParOf" srcId="{D2200D56-CB4D-4F10-AD14-8D056980AC47}" destId="{C6260050-838F-43ED-B74B-8F2862ECB4FC}" srcOrd="0" destOrd="0" presId="urn:microsoft.com/office/officeart/2018/2/layout/IconVerticalSolidList"/>
    <dgm:cxn modelId="{E63580B9-9403-4A3F-B082-B6DBA359601F}" type="presParOf" srcId="{D2200D56-CB4D-4F10-AD14-8D056980AC47}" destId="{3330B8CD-CBBD-44C5-B161-529F96B845A9}" srcOrd="1" destOrd="0" presId="urn:microsoft.com/office/officeart/2018/2/layout/IconVerticalSolidList"/>
    <dgm:cxn modelId="{02E6E395-2B5B-4BB7-A589-EFB75147E776}" type="presParOf" srcId="{D2200D56-CB4D-4F10-AD14-8D056980AC47}" destId="{099D7FD6-B1E5-4381-ABA1-F086059690FF}" srcOrd="2" destOrd="0" presId="urn:microsoft.com/office/officeart/2018/2/layout/IconVerticalSolidList"/>
    <dgm:cxn modelId="{4B0D0E40-A8AF-405A-8610-485F3FB25A45}" type="presParOf" srcId="{D2200D56-CB4D-4F10-AD14-8D056980AC47}" destId="{16DD4DB8-84A5-4AF6-A818-2AC99A3D1320}" srcOrd="3" destOrd="0" presId="urn:microsoft.com/office/officeart/2018/2/layout/IconVerticalSolidList"/>
    <dgm:cxn modelId="{6B06B90D-0518-40F0-9275-4193AB361DC7}" type="presParOf" srcId="{B8F16D73-8965-44A4-AF7E-EC30AC9F569C}" destId="{D924F75E-7BD9-4788-AB3C-43996EDB4E76}" srcOrd="5" destOrd="0" presId="urn:microsoft.com/office/officeart/2018/2/layout/IconVerticalSolidList"/>
    <dgm:cxn modelId="{2188E78B-8E56-4BAC-98CD-5D1F99E8B2CE}" type="presParOf" srcId="{B8F16D73-8965-44A4-AF7E-EC30AC9F569C}" destId="{F6331D96-2ACE-4E45-B25D-2E38C2E574DA}" srcOrd="6" destOrd="0" presId="urn:microsoft.com/office/officeart/2018/2/layout/IconVerticalSolidList"/>
    <dgm:cxn modelId="{C4638060-81FB-4417-8533-BC200BF11020}" type="presParOf" srcId="{F6331D96-2ACE-4E45-B25D-2E38C2E574DA}" destId="{EB9FAA54-DDC1-4709-8CCD-2C8B89403C20}" srcOrd="0" destOrd="0" presId="urn:microsoft.com/office/officeart/2018/2/layout/IconVerticalSolidList"/>
    <dgm:cxn modelId="{6E80682F-CAED-4F5A-820C-076421374151}" type="presParOf" srcId="{F6331D96-2ACE-4E45-B25D-2E38C2E574DA}" destId="{B9A70D66-D876-4241-807D-CCD1B4458849}" srcOrd="1" destOrd="0" presId="urn:microsoft.com/office/officeart/2018/2/layout/IconVerticalSolidList"/>
    <dgm:cxn modelId="{09CA6071-CDCD-4367-82DF-C4E2FE0D9086}" type="presParOf" srcId="{F6331D96-2ACE-4E45-B25D-2E38C2E574DA}" destId="{CC102883-2019-44AB-8A8B-048FE9975BE1}" srcOrd="2" destOrd="0" presId="urn:microsoft.com/office/officeart/2018/2/layout/IconVerticalSolidList"/>
    <dgm:cxn modelId="{84C36C53-30E9-475F-989C-B46A88F79F07}" type="presParOf" srcId="{F6331D96-2ACE-4E45-B25D-2E38C2E574DA}" destId="{2AB6303B-3A3F-4A27-A457-71D480E10510}" srcOrd="3" destOrd="0" presId="urn:microsoft.com/office/officeart/2018/2/layout/IconVerticalSolidList"/>
    <dgm:cxn modelId="{B2800727-8EDC-4702-8BAE-E8C4EDCF4BC3}" type="presParOf" srcId="{B8F16D73-8965-44A4-AF7E-EC30AC9F569C}" destId="{C3EE9032-1991-42D0-B27A-5F83EAEA9ECC}" srcOrd="7" destOrd="0" presId="urn:microsoft.com/office/officeart/2018/2/layout/IconVerticalSolidList"/>
    <dgm:cxn modelId="{1935B81B-3F7F-4B68-838E-58E4D7A74EBB}" type="presParOf" srcId="{B8F16D73-8965-44A4-AF7E-EC30AC9F569C}" destId="{6A75226E-46ED-4550-8A94-7AFAFF9CC4C5}" srcOrd="8" destOrd="0" presId="urn:microsoft.com/office/officeart/2018/2/layout/IconVerticalSolidList"/>
    <dgm:cxn modelId="{4CC96500-2AE2-4B70-867B-275662060CC5}" type="presParOf" srcId="{6A75226E-46ED-4550-8A94-7AFAFF9CC4C5}" destId="{CCE773C5-CFFC-458E-9EB6-0F66DADB1D6A}" srcOrd="0" destOrd="0" presId="urn:microsoft.com/office/officeart/2018/2/layout/IconVerticalSolidList"/>
    <dgm:cxn modelId="{1CE6BAE4-9FCA-4B3E-ACE4-A257B6F494EF}" type="presParOf" srcId="{6A75226E-46ED-4550-8A94-7AFAFF9CC4C5}" destId="{9BD97858-CA3C-4630-8C35-C2770BC1F7D0}" srcOrd="1" destOrd="0" presId="urn:microsoft.com/office/officeart/2018/2/layout/IconVerticalSolidList"/>
    <dgm:cxn modelId="{AA6D2E6E-5D5A-4D44-B5F7-47796BC2E23F}" type="presParOf" srcId="{6A75226E-46ED-4550-8A94-7AFAFF9CC4C5}" destId="{7F5F97F0-B672-491B-AAB7-D44176E2C317}" srcOrd="2" destOrd="0" presId="urn:microsoft.com/office/officeart/2018/2/layout/IconVerticalSolidList"/>
    <dgm:cxn modelId="{E19584BD-2489-4A84-A1BA-F60EF53FB027}" type="presParOf" srcId="{6A75226E-46ED-4550-8A94-7AFAFF9CC4C5}" destId="{CB460C6F-9A82-4F60-AE97-02ADD17179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C1F68D2-73E5-4497-938F-96CE7DD04350}" type="doc">
      <dgm:prSet loTypeId="urn:microsoft.com/office/officeart/2018/2/layout/IconVerticalSolidList" loCatId="icon" qsTypeId="urn:microsoft.com/office/officeart/2005/8/quickstyle/simple1#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04F9B4E-CBE3-4583-9723-66A1A4621151}">
      <dgm:prSet/>
      <dgm:spPr/>
      <dgm:t>
        <a:bodyPr/>
        <a:lstStyle/>
        <a:p>
          <a:r>
            <a:rPr lang="en-US" dirty="0"/>
            <a:t> Heatmap </a:t>
          </a:r>
          <a:r>
            <a:rPr lang="en-US" dirty="0" err="1"/>
            <a:t>visualises</a:t>
          </a:r>
          <a:r>
            <a:rPr lang="en-US" dirty="0"/>
            <a:t> matrix (e.g., correlations) using </a:t>
          </a:r>
          <a:r>
            <a:rPr lang="en-US" dirty="0" err="1"/>
            <a:t>colours</a:t>
          </a:r>
          <a:r>
            <a:rPr lang="en-US" dirty="0"/>
            <a:t>.</a:t>
          </a:r>
        </a:p>
      </dgm:t>
    </dgm:pt>
    <dgm:pt modelId="{6C586FAA-68CA-4B91-93F4-4C70B0111748}" type="parTrans" cxnId="{B1D928BA-E7CD-4BD1-A03E-DF68E0162CF4}">
      <dgm:prSet/>
      <dgm:spPr/>
      <dgm:t>
        <a:bodyPr/>
        <a:lstStyle/>
        <a:p>
          <a:endParaRPr lang="en-US"/>
        </a:p>
      </dgm:t>
    </dgm:pt>
    <dgm:pt modelId="{FD2ECE37-C665-4E24-8415-18D2EF901C8E}" type="sibTrans" cxnId="{B1D928BA-E7CD-4BD1-A03E-DF68E0162CF4}">
      <dgm:prSet/>
      <dgm:spPr/>
      <dgm:t>
        <a:bodyPr/>
        <a:lstStyle/>
        <a:p>
          <a:endParaRPr lang="en-US"/>
        </a:p>
      </dgm:t>
    </dgm:pt>
    <dgm:pt modelId="{2B3621B7-F3C9-4619-9911-EC75325535FD}">
      <dgm:prSet/>
      <dgm:spPr/>
      <dgm:t>
        <a:bodyPr/>
        <a:lstStyle/>
        <a:p>
          <a:r>
            <a:rPr lang="en-US" dirty="0"/>
            <a:t> Scatter plots show relationships and outliers.</a:t>
          </a:r>
        </a:p>
      </dgm:t>
    </dgm:pt>
    <dgm:pt modelId="{B6CE40BB-0A7B-43CD-810E-F677F28F6000}" type="parTrans" cxnId="{EF489066-8142-4AD8-A0B8-A228AA19BAD2}">
      <dgm:prSet/>
      <dgm:spPr/>
      <dgm:t>
        <a:bodyPr/>
        <a:lstStyle/>
        <a:p>
          <a:endParaRPr lang="en-US"/>
        </a:p>
      </dgm:t>
    </dgm:pt>
    <dgm:pt modelId="{1F75534B-24BA-43A3-A346-6F19853AA5BC}" type="sibTrans" cxnId="{EF489066-8142-4AD8-A0B8-A228AA19BAD2}">
      <dgm:prSet/>
      <dgm:spPr/>
      <dgm:t>
        <a:bodyPr/>
        <a:lstStyle/>
        <a:p>
          <a:endParaRPr lang="en-US"/>
        </a:p>
      </dgm:t>
    </dgm:pt>
    <dgm:pt modelId="{C096E9D8-4832-449A-9582-45C24E1E9067}">
      <dgm:prSet/>
      <dgm:spPr/>
      <dgm:t>
        <a:bodyPr/>
        <a:lstStyle/>
        <a:p>
          <a:r>
            <a:rPr lang="en-US" dirty="0"/>
            <a:t>Regression line adds trend.</a:t>
          </a:r>
        </a:p>
      </dgm:t>
    </dgm:pt>
    <dgm:pt modelId="{D2241E27-28F2-4C65-8962-554A87147C81}" type="parTrans" cxnId="{51EBCA9E-F403-48CC-8A40-16D1A53B9071}">
      <dgm:prSet/>
      <dgm:spPr/>
      <dgm:t>
        <a:bodyPr/>
        <a:lstStyle/>
        <a:p>
          <a:endParaRPr lang="en-US"/>
        </a:p>
      </dgm:t>
    </dgm:pt>
    <dgm:pt modelId="{BA99716A-9F42-47FF-9E7D-90463E30E2B2}" type="sibTrans" cxnId="{51EBCA9E-F403-48CC-8A40-16D1A53B9071}">
      <dgm:prSet/>
      <dgm:spPr/>
      <dgm:t>
        <a:bodyPr/>
        <a:lstStyle/>
        <a:p>
          <a:endParaRPr lang="en-US"/>
        </a:p>
      </dgm:t>
    </dgm:pt>
    <dgm:pt modelId="{BFEE196D-3DB6-4008-9921-B495501015C6}">
      <dgm:prSet/>
      <dgm:spPr/>
      <dgm:t>
        <a:bodyPr/>
        <a:lstStyle/>
        <a:p>
          <a:r>
            <a:rPr lang="en-US"/>
            <a:t>Key Code: sns.heatmap(corr, annot=True, fmt='.2f', cmap='coolwarm')</a:t>
          </a:r>
        </a:p>
      </dgm:t>
    </dgm:pt>
    <dgm:pt modelId="{4A8DA456-FD97-4EE2-B51B-88C4A4CF87BA}" type="parTrans" cxnId="{9AD3F523-7BA2-4DD8-88B5-B510D0A638F1}">
      <dgm:prSet/>
      <dgm:spPr/>
      <dgm:t>
        <a:bodyPr/>
        <a:lstStyle/>
        <a:p>
          <a:endParaRPr lang="en-US"/>
        </a:p>
      </dgm:t>
    </dgm:pt>
    <dgm:pt modelId="{DCD70996-C92C-4989-8D0A-2C20F74A0B11}" type="sibTrans" cxnId="{9AD3F523-7BA2-4DD8-88B5-B510D0A638F1}">
      <dgm:prSet/>
      <dgm:spPr/>
      <dgm:t>
        <a:bodyPr/>
        <a:lstStyle/>
        <a:p>
          <a:endParaRPr lang="en-US"/>
        </a:p>
      </dgm:t>
    </dgm:pt>
    <dgm:pt modelId="{917E9816-318D-4D36-99BE-90056B68C10E}">
      <dgm:prSet/>
      <dgm:spPr/>
      <dgm:t>
        <a:bodyPr/>
        <a:lstStyle/>
        <a:p>
          <a:r>
            <a:rPr lang="en-US"/>
            <a:t>sns.scatterplot(x='horsepower', y='mpg', data=df)</a:t>
          </a:r>
        </a:p>
      </dgm:t>
    </dgm:pt>
    <dgm:pt modelId="{A8DC0BBC-89AB-450B-B35C-369AD3703C03}" type="parTrans" cxnId="{AD35E9FC-8833-4ED7-9E23-64ACC0D16BCA}">
      <dgm:prSet/>
      <dgm:spPr/>
      <dgm:t>
        <a:bodyPr/>
        <a:lstStyle/>
        <a:p>
          <a:endParaRPr lang="en-US"/>
        </a:p>
      </dgm:t>
    </dgm:pt>
    <dgm:pt modelId="{5C1AD094-8880-4B7D-9E74-29A5D05E9B6A}" type="sibTrans" cxnId="{AD35E9FC-8833-4ED7-9E23-64ACC0D16BCA}">
      <dgm:prSet/>
      <dgm:spPr/>
      <dgm:t>
        <a:bodyPr/>
        <a:lstStyle/>
        <a:p>
          <a:endParaRPr lang="en-US"/>
        </a:p>
      </dgm:t>
    </dgm:pt>
    <dgm:pt modelId="{43A4D829-F03F-4064-BEC3-0D1E1F0F8585}" type="pres">
      <dgm:prSet presAssocID="{0C1F68D2-73E5-4497-938F-96CE7DD04350}" presName="root" presStyleCnt="0">
        <dgm:presLayoutVars>
          <dgm:dir/>
          <dgm:resizeHandles val="exact"/>
        </dgm:presLayoutVars>
      </dgm:prSet>
      <dgm:spPr/>
    </dgm:pt>
    <dgm:pt modelId="{73C514C5-5A9D-4D2C-ABCC-AB75CC96A216}" type="pres">
      <dgm:prSet presAssocID="{504F9B4E-CBE3-4583-9723-66A1A4621151}" presName="compNode" presStyleCnt="0"/>
      <dgm:spPr/>
    </dgm:pt>
    <dgm:pt modelId="{CFF14053-D712-4F33-877C-948F5909BB70}" type="pres">
      <dgm:prSet presAssocID="{504F9B4E-CBE3-4583-9723-66A1A4621151}" presName="bgRect" presStyleLbl="bgShp" presStyleIdx="0" presStyleCnt="5"/>
      <dgm:spPr/>
    </dgm:pt>
    <dgm:pt modelId="{05E769C1-FEB3-4EA9-B927-C945608004E0}" type="pres">
      <dgm:prSet presAssocID="{504F9B4E-CBE3-4583-9723-66A1A462115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B6F58C41-9F73-43F2-9499-08C6334751C0}" type="pres">
      <dgm:prSet presAssocID="{504F9B4E-CBE3-4583-9723-66A1A4621151}" presName="spaceRect" presStyleCnt="0"/>
      <dgm:spPr/>
    </dgm:pt>
    <dgm:pt modelId="{1D5D2BAD-CCA8-468D-AB1E-53E17304F267}" type="pres">
      <dgm:prSet presAssocID="{504F9B4E-CBE3-4583-9723-66A1A4621151}" presName="parTx" presStyleLbl="revTx" presStyleIdx="0" presStyleCnt="5">
        <dgm:presLayoutVars>
          <dgm:chMax val="0"/>
          <dgm:chPref val="0"/>
        </dgm:presLayoutVars>
      </dgm:prSet>
      <dgm:spPr/>
    </dgm:pt>
    <dgm:pt modelId="{44AA14C0-C184-4E73-9C06-117A43AFF80A}" type="pres">
      <dgm:prSet presAssocID="{FD2ECE37-C665-4E24-8415-18D2EF901C8E}" presName="sibTrans" presStyleCnt="0"/>
      <dgm:spPr/>
    </dgm:pt>
    <dgm:pt modelId="{6717C2AD-87A7-4736-BA55-83473AEF9128}" type="pres">
      <dgm:prSet presAssocID="{2B3621B7-F3C9-4619-9911-EC75325535FD}" presName="compNode" presStyleCnt="0"/>
      <dgm:spPr/>
    </dgm:pt>
    <dgm:pt modelId="{32F9B5C1-5626-413F-AB11-CA5B6780B318}" type="pres">
      <dgm:prSet presAssocID="{2B3621B7-F3C9-4619-9911-EC75325535FD}" presName="bgRect" presStyleLbl="bgShp" presStyleIdx="1" presStyleCnt="5"/>
      <dgm:spPr/>
    </dgm:pt>
    <dgm:pt modelId="{5B8DFDAE-A0C5-48F0-8D7E-469100576292}" type="pres">
      <dgm:prSet presAssocID="{2B3621B7-F3C9-4619-9911-EC75325535F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8C4E3CF-F7D0-43BC-90E9-9F7F2E2BEAB2}" type="pres">
      <dgm:prSet presAssocID="{2B3621B7-F3C9-4619-9911-EC75325535FD}" presName="spaceRect" presStyleCnt="0"/>
      <dgm:spPr/>
    </dgm:pt>
    <dgm:pt modelId="{B707391F-0B94-41B8-B749-48F662020350}" type="pres">
      <dgm:prSet presAssocID="{2B3621B7-F3C9-4619-9911-EC75325535FD}" presName="parTx" presStyleLbl="revTx" presStyleIdx="1" presStyleCnt="5">
        <dgm:presLayoutVars>
          <dgm:chMax val="0"/>
          <dgm:chPref val="0"/>
        </dgm:presLayoutVars>
      </dgm:prSet>
      <dgm:spPr/>
    </dgm:pt>
    <dgm:pt modelId="{78C8CC9F-DC6D-4B03-90BA-CBD77449BBD4}" type="pres">
      <dgm:prSet presAssocID="{1F75534B-24BA-43A3-A346-6F19853AA5BC}" presName="sibTrans" presStyleCnt="0"/>
      <dgm:spPr/>
    </dgm:pt>
    <dgm:pt modelId="{79F6A299-8290-4FD5-98AA-D004D3C18129}" type="pres">
      <dgm:prSet presAssocID="{C096E9D8-4832-449A-9582-45C24E1E9067}" presName="compNode" presStyleCnt="0"/>
      <dgm:spPr/>
    </dgm:pt>
    <dgm:pt modelId="{F6D6CCF9-55CA-42A8-B13E-EA2351577873}" type="pres">
      <dgm:prSet presAssocID="{C096E9D8-4832-449A-9582-45C24E1E9067}" presName="bgRect" presStyleLbl="bgShp" presStyleIdx="2" presStyleCnt="5"/>
      <dgm:spPr/>
    </dgm:pt>
    <dgm:pt modelId="{4B4CBEE9-D9C2-465E-A24F-CE11F3BBB865}" type="pres">
      <dgm:prSet presAssocID="{C096E9D8-4832-449A-9582-45C24E1E906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C1455EF0-CC17-4455-ADEB-D114CD98A5A2}" type="pres">
      <dgm:prSet presAssocID="{C096E9D8-4832-449A-9582-45C24E1E9067}" presName="spaceRect" presStyleCnt="0"/>
      <dgm:spPr/>
    </dgm:pt>
    <dgm:pt modelId="{D367D4AB-D216-4BBE-AD2D-B299878A7B94}" type="pres">
      <dgm:prSet presAssocID="{C096E9D8-4832-449A-9582-45C24E1E9067}" presName="parTx" presStyleLbl="revTx" presStyleIdx="2" presStyleCnt="5">
        <dgm:presLayoutVars>
          <dgm:chMax val="0"/>
          <dgm:chPref val="0"/>
        </dgm:presLayoutVars>
      </dgm:prSet>
      <dgm:spPr/>
    </dgm:pt>
    <dgm:pt modelId="{50124740-9D7E-4345-89A4-18F699451C03}" type="pres">
      <dgm:prSet presAssocID="{BA99716A-9F42-47FF-9E7D-90463E30E2B2}" presName="sibTrans" presStyleCnt="0"/>
      <dgm:spPr/>
    </dgm:pt>
    <dgm:pt modelId="{12F530FD-F7C2-478A-A08F-32D79ACB8B84}" type="pres">
      <dgm:prSet presAssocID="{BFEE196D-3DB6-4008-9921-B495501015C6}" presName="compNode" presStyleCnt="0"/>
      <dgm:spPr/>
    </dgm:pt>
    <dgm:pt modelId="{04C12BDC-1038-421F-A150-B1E04DDD6D4B}" type="pres">
      <dgm:prSet presAssocID="{BFEE196D-3DB6-4008-9921-B495501015C6}" presName="bgRect" presStyleLbl="bgShp" presStyleIdx="3" presStyleCnt="5"/>
      <dgm:spPr/>
    </dgm:pt>
    <dgm:pt modelId="{5EB8AB70-5427-4210-8386-B4BB3CCF780B}" type="pres">
      <dgm:prSet presAssocID="{BFEE196D-3DB6-4008-9921-B495501015C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BDD6092F-5BE8-412E-8501-D99D8BC50CFD}" type="pres">
      <dgm:prSet presAssocID="{BFEE196D-3DB6-4008-9921-B495501015C6}" presName="spaceRect" presStyleCnt="0"/>
      <dgm:spPr/>
    </dgm:pt>
    <dgm:pt modelId="{AC1ADAA0-4718-4064-8BA0-E4CDFDA6BEA1}" type="pres">
      <dgm:prSet presAssocID="{BFEE196D-3DB6-4008-9921-B495501015C6}" presName="parTx" presStyleLbl="revTx" presStyleIdx="3" presStyleCnt="5">
        <dgm:presLayoutVars>
          <dgm:chMax val="0"/>
          <dgm:chPref val="0"/>
        </dgm:presLayoutVars>
      </dgm:prSet>
      <dgm:spPr/>
    </dgm:pt>
    <dgm:pt modelId="{C7A9D147-184F-48B8-BF6C-AE396FDD1D60}" type="pres">
      <dgm:prSet presAssocID="{DCD70996-C92C-4989-8D0A-2C20F74A0B11}" presName="sibTrans" presStyleCnt="0"/>
      <dgm:spPr/>
    </dgm:pt>
    <dgm:pt modelId="{D1F9043E-331C-4FEA-AEBB-0053255F5CF4}" type="pres">
      <dgm:prSet presAssocID="{917E9816-318D-4D36-99BE-90056B68C10E}" presName="compNode" presStyleCnt="0"/>
      <dgm:spPr/>
    </dgm:pt>
    <dgm:pt modelId="{040E40B9-B436-4C92-B5EA-8FE9B6777081}" type="pres">
      <dgm:prSet presAssocID="{917E9816-318D-4D36-99BE-90056B68C10E}" presName="bgRect" presStyleLbl="bgShp" presStyleIdx="4" presStyleCnt="5"/>
      <dgm:spPr/>
    </dgm:pt>
    <dgm:pt modelId="{875A2D6A-BB8F-4B8D-A345-FD24E9D1160B}" type="pres">
      <dgm:prSet presAssocID="{917E9816-318D-4D36-99BE-90056B68C10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D1F3F2D-AFCE-41F8-9496-AA8C204CACE7}" type="pres">
      <dgm:prSet presAssocID="{917E9816-318D-4D36-99BE-90056B68C10E}" presName="spaceRect" presStyleCnt="0"/>
      <dgm:spPr/>
    </dgm:pt>
    <dgm:pt modelId="{53DBE27C-ED1F-4937-BEAE-7A25A19B5333}" type="pres">
      <dgm:prSet presAssocID="{917E9816-318D-4D36-99BE-90056B68C10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A442F0A-26C5-4710-9AD4-68AB8F4AE0F4}" type="presOf" srcId="{2B3621B7-F3C9-4619-9911-EC75325535FD}" destId="{B707391F-0B94-41B8-B749-48F662020350}" srcOrd="0" destOrd="0" presId="urn:microsoft.com/office/officeart/2018/2/layout/IconVerticalSolidList"/>
    <dgm:cxn modelId="{BE4E3E1B-6589-4FF5-8DAB-627E758E5DFF}" type="presOf" srcId="{BFEE196D-3DB6-4008-9921-B495501015C6}" destId="{AC1ADAA0-4718-4064-8BA0-E4CDFDA6BEA1}" srcOrd="0" destOrd="0" presId="urn:microsoft.com/office/officeart/2018/2/layout/IconVerticalSolidList"/>
    <dgm:cxn modelId="{9AD3F523-7BA2-4DD8-88B5-B510D0A638F1}" srcId="{0C1F68D2-73E5-4497-938F-96CE7DD04350}" destId="{BFEE196D-3DB6-4008-9921-B495501015C6}" srcOrd="3" destOrd="0" parTransId="{4A8DA456-FD97-4EE2-B51B-88C4A4CF87BA}" sibTransId="{DCD70996-C92C-4989-8D0A-2C20F74A0B11}"/>
    <dgm:cxn modelId="{1B2BE12A-65BB-40A0-8D29-879EFB54E764}" type="presOf" srcId="{917E9816-318D-4D36-99BE-90056B68C10E}" destId="{53DBE27C-ED1F-4937-BEAE-7A25A19B5333}" srcOrd="0" destOrd="0" presId="urn:microsoft.com/office/officeart/2018/2/layout/IconVerticalSolidList"/>
    <dgm:cxn modelId="{EF489066-8142-4AD8-A0B8-A228AA19BAD2}" srcId="{0C1F68D2-73E5-4497-938F-96CE7DD04350}" destId="{2B3621B7-F3C9-4619-9911-EC75325535FD}" srcOrd="1" destOrd="0" parTransId="{B6CE40BB-0A7B-43CD-810E-F677F28F6000}" sibTransId="{1F75534B-24BA-43A3-A346-6F19853AA5BC}"/>
    <dgm:cxn modelId="{51EBCA9E-F403-48CC-8A40-16D1A53B9071}" srcId="{0C1F68D2-73E5-4497-938F-96CE7DD04350}" destId="{C096E9D8-4832-449A-9582-45C24E1E9067}" srcOrd="2" destOrd="0" parTransId="{D2241E27-28F2-4C65-8962-554A87147C81}" sibTransId="{BA99716A-9F42-47FF-9E7D-90463E30E2B2}"/>
    <dgm:cxn modelId="{B1D928BA-E7CD-4BD1-A03E-DF68E0162CF4}" srcId="{0C1F68D2-73E5-4497-938F-96CE7DD04350}" destId="{504F9B4E-CBE3-4583-9723-66A1A4621151}" srcOrd="0" destOrd="0" parTransId="{6C586FAA-68CA-4B91-93F4-4C70B0111748}" sibTransId="{FD2ECE37-C665-4E24-8415-18D2EF901C8E}"/>
    <dgm:cxn modelId="{F8039BC2-5B05-4999-B5C4-9426BEDD4804}" type="presOf" srcId="{0C1F68D2-73E5-4497-938F-96CE7DD04350}" destId="{43A4D829-F03F-4064-BEC3-0D1E1F0F8585}" srcOrd="0" destOrd="0" presId="urn:microsoft.com/office/officeart/2018/2/layout/IconVerticalSolidList"/>
    <dgm:cxn modelId="{1DB4AECD-4CD6-4A09-ADB3-6D20070F4A76}" type="presOf" srcId="{C096E9D8-4832-449A-9582-45C24E1E9067}" destId="{D367D4AB-D216-4BBE-AD2D-B299878A7B94}" srcOrd="0" destOrd="0" presId="urn:microsoft.com/office/officeart/2018/2/layout/IconVerticalSolidList"/>
    <dgm:cxn modelId="{6869B5E9-DFE7-451F-B73A-D1BE2F0DC520}" type="presOf" srcId="{504F9B4E-CBE3-4583-9723-66A1A4621151}" destId="{1D5D2BAD-CCA8-468D-AB1E-53E17304F267}" srcOrd="0" destOrd="0" presId="urn:microsoft.com/office/officeart/2018/2/layout/IconVerticalSolidList"/>
    <dgm:cxn modelId="{AD35E9FC-8833-4ED7-9E23-64ACC0D16BCA}" srcId="{0C1F68D2-73E5-4497-938F-96CE7DD04350}" destId="{917E9816-318D-4D36-99BE-90056B68C10E}" srcOrd="4" destOrd="0" parTransId="{A8DC0BBC-89AB-450B-B35C-369AD3703C03}" sibTransId="{5C1AD094-8880-4B7D-9E74-29A5D05E9B6A}"/>
    <dgm:cxn modelId="{6B2693E1-0941-413E-82BB-CA9F1060BD92}" type="presParOf" srcId="{43A4D829-F03F-4064-BEC3-0D1E1F0F8585}" destId="{73C514C5-5A9D-4D2C-ABCC-AB75CC96A216}" srcOrd="0" destOrd="0" presId="urn:microsoft.com/office/officeart/2018/2/layout/IconVerticalSolidList"/>
    <dgm:cxn modelId="{D9469274-8EEA-4A5C-B22F-28B84FC9BEA8}" type="presParOf" srcId="{73C514C5-5A9D-4D2C-ABCC-AB75CC96A216}" destId="{CFF14053-D712-4F33-877C-948F5909BB70}" srcOrd="0" destOrd="0" presId="urn:microsoft.com/office/officeart/2018/2/layout/IconVerticalSolidList"/>
    <dgm:cxn modelId="{FCE8AB12-AA30-45B7-8600-6D3AC30ED3E6}" type="presParOf" srcId="{73C514C5-5A9D-4D2C-ABCC-AB75CC96A216}" destId="{05E769C1-FEB3-4EA9-B927-C945608004E0}" srcOrd="1" destOrd="0" presId="urn:microsoft.com/office/officeart/2018/2/layout/IconVerticalSolidList"/>
    <dgm:cxn modelId="{2FF228B8-A298-4D0F-B11E-FBBC73953130}" type="presParOf" srcId="{73C514C5-5A9D-4D2C-ABCC-AB75CC96A216}" destId="{B6F58C41-9F73-43F2-9499-08C6334751C0}" srcOrd="2" destOrd="0" presId="urn:microsoft.com/office/officeart/2018/2/layout/IconVerticalSolidList"/>
    <dgm:cxn modelId="{EED9508B-C761-4A2D-911F-FBF5D898C41B}" type="presParOf" srcId="{73C514C5-5A9D-4D2C-ABCC-AB75CC96A216}" destId="{1D5D2BAD-CCA8-468D-AB1E-53E17304F267}" srcOrd="3" destOrd="0" presId="urn:microsoft.com/office/officeart/2018/2/layout/IconVerticalSolidList"/>
    <dgm:cxn modelId="{DE3F3BC2-D05C-4CD6-BF0D-1CDC072E9EAD}" type="presParOf" srcId="{43A4D829-F03F-4064-BEC3-0D1E1F0F8585}" destId="{44AA14C0-C184-4E73-9C06-117A43AFF80A}" srcOrd="1" destOrd="0" presId="urn:microsoft.com/office/officeart/2018/2/layout/IconVerticalSolidList"/>
    <dgm:cxn modelId="{DC783796-1B50-4B69-895D-D60CD94B5E21}" type="presParOf" srcId="{43A4D829-F03F-4064-BEC3-0D1E1F0F8585}" destId="{6717C2AD-87A7-4736-BA55-83473AEF9128}" srcOrd="2" destOrd="0" presId="urn:microsoft.com/office/officeart/2018/2/layout/IconVerticalSolidList"/>
    <dgm:cxn modelId="{CCD0DF75-A123-4550-9CCA-F51F9B5434D3}" type="presParOf" srcId="{6717C2AD-87A7-4736-BA55-83473AEF9128}" destId="{32F9B5C1-5626-413F-AB11-CA5B6780B318}" srcOrd="0" destOrd="0" presId="urn:microsoft.com/office/officeart/2018/2/layout/IconVerticalSolidList"/>
    <dgm:cxn modelId="{EC9A6C2F-59BF-4310-A02B-B109F2EEB6FB}" type="presParOf" srcId="{6717C2AD-87A7-4736-BA55-83473AEF9128}" destId="{5B8DFDAE-A0C5-48F0-8D7E-469100576292}" srcOrd="1" destOrd="0" presId="urn:microsoft.com/office/officeart/2018/2/layout/IconVerticalSolidList"/>
    <dgm:cxn modelId="{F39A3C76-7842-4C1D-9237-840104084A32}" type="presParOf" srcId="{6717C2AD-87A7-4736-BA55-83473AEF9128}" destId="{88C4E3CF-F7D0-43BC-90E9-9F7F2E2BEAB2}" srcOrd="2" destOrd="0" presId="urn:microsoft.com/office/officeart/2018/2/layout/IconVerticalSolidList"/>
    <dgm:cxn modelId="{11F54DEC-2ACD-4976-B8E2-0F0331F56653}" type="presParOf" srcId="{6717C2AD-87A7-4736-BA55-83473AEF9128}" destId="{B707391F-0B94-41B8-B749-48F662020350}" srcOrd="3" destOrd="0" presId="urn:microsoft.com/office/officeart/2018/2/layout/IconVerticalSolidList"/>
    <dgm:cxn modelId="{E9646774-12AB-420F-8BCC-E1EFB60A7644}" type="presParOf" srcId="{43A4D829-F03F-4064-BEC3-0D1E1F0F8585}" destId="{78C8CC9F-DC6D-4B03-90BA-CBD77449BBD4}" srcOrd="3" destOrd="0" presId="urn:microsoft.com/office/officeart/2018/2/layout/IconVerticalSolidList"/>
    <dgm:cxn modelId="{C37E3C5E-B8BA-42BB-9296-A779C6E1D9AE}" type="presParOf" srcId="{43A4D829-F03F-4064-BEC3-0D1E1F0F8585}" destId="{79F6A299-8290-4FD5-98AA-D004D3C18129}" srcOrd="4" destOrd="0" presId="urn:microsoft.com/office/officeart/2018/2/layout/IconVerticalSolidList"/>
    <dgm:cxn modelId="{5B8D232E-96AD-4461-8A59-EE6F0E90DC00}" type="presParOf" srcId="{79F6A299-8290-4FD5-98AA-D004D3C18129}" destId="{F6D6CCF9-55CA-42A8-B13E-EA2351577873}" srcOrd="0" destOrd="0" presId="urn:microsoft.com/office/officeart/2018/2/layout/IconVerticalSolidList"/>
    <dgm:cxn modelId="{73D71485-6BA1-45C2-8C03-772AB4B6CCA9}" type="presParOf" srcId="{79F6A299-8290-4FD5-98AA-D004D3C18129}" destId="{4B4CBEE9-D9C2-465E-A24F-CE11F3BBB865}" srcOrd="1" destOrd="0" presId="urn:microsoft.com/office/officeart/2018/2/layout/IconVerticalSolidList"/>
    <dgm:cxn modelId="{3D0735FA-5CA8-4A94-AF8E-10D7CDA28602}" type="presParOf" srcId="{79F6A299-8290-4FD5-98AA-D004D3C18129}" destId="{C1455EF0-CC17-4455-ADEB-D114CD98A5A2}" srcOrd="2" destOrd="0" presId="urn:microsoft.com/office/officeart/2018/2/layout/IconVerticalSolidList"/>
    <dgm:cxn modelId="{A574B5AA-E00A-4B07-BC10-266E80367BFB}" type="presParOf" srcId="{79F6A299-8290-4FD5-98AA-D004D3C18129}" destId="{D367D4AB-D216-4BBE-AD2D-B299878A7B94}" srcOrd="3" destOrd="0" presId="urn:microsoft.com/office/officeart/2018/2/layout/IconVerticalSolidList"/>
    <dgm:cxn modelId="{9809156A-3932-4DA8-A0E3-FC3E00A6A420}" type="presParOf" srcId="{43A4D829-F03F-4064-BEC3-0D1E1F0F8585}" destId="{50124740-9D7E-4345-89A4-18F699451C03}" srcOrd="5" destOrd="0" presId="urn:microsoft.com/office/officeart/2018/2/layout/IconVerticalSolidList"/>
    <dgm:cxn modelId="{7D513052-B6D6-49AD-904D-085F9174E2F1}" type="presParOf" srcId="{43A4D829-F03F-4064-BEC3-0D1E1F0F8585}" destId="{12F530FD-F7C2-478A-A08F-32D79ACB8B84}" srcOrd="6" destOrd="0" presId="urn:microsoft.com/office/officeart/2018/2/layout/IconVerticalSolidList"/>
    <dgm:cxn modelId="{CF0C2AB6-BE0C-4909-8ED8-B80B44B85046}" type="presParOf" srcId="{12F530FD-F7C2-478A-A08F-32D79ACB8B84}" destId="{04C12BDC-1038-421F-A150-B1E04DDD6D4B}" srcOrd="0" destOrd="0" presId="urn:microsoft.com/office/officeart/2018/2/layout/IconVerticalSolidList"/>
    <dgm:cxn modelId="{47FB1EA3-B8C2-4650-B8ED-D0E871DCF6E9}" type="presParOf" srcId="{12F530FD-F7C2-478A-A08F-32D79ACB8B84}" destId="{5EB8AB70-5427-4210-8386-B4BB3CCF780B}" srcOrd="1" destOrd="0" presId="urn:microsoft.com/office/officeart/2018/2/layout/IconVerticalSolidList"/>
    <dgm:cxn modelId="{D28458BD-90E5-4824-9728-6CD51E6FDEEA}" type="presParOf" srcId="{12F530FD-F7C2-478A-A08F-32D79ACB8B84}" destId="{BDD6092F-5BE8-412E-8501-D99D8BC50CFD}" srcOrd="2" destOrd="0" presId="urn:microsoft.com/office/officeart/2018/2/layout/IconVerticalSolidList"/>
    <dgm:cxn modelId="{B32E45CB-0F10-4CCC-9279-E5228B3ACDDA}" type="presParOf" srcId="{12F530FD-F7C2-478A-A08F-32D79ACB8B84}" destId="{AC1ADAA0-4718-4064-8BA0-E4CDFDA6BEA1}" srcOrd="3" destOrd="0" presId="urn:microsoft.com/office/officeart/2018/2/layout/IconVerticalSolidList"/>
    <dgm:cxn modelId="{E9DF6BCC-A2BF-49B2-8BFE-BF68C8DE4DD3}" type="presParOf" srcId="{43A4D829-F03F-4064-BEC3-0D1E1F0F8585}" destId="{C7A9D147-184F-48B8-BF6C-AE396FDD1D60}" srcOrd="7" destOrd="0" presId="urn:microsoft.com/office/officeart/2018/2/layout/IconVerticalSolidList"/>
    <dgm:cxn modelId="{DBD226A0-F8A5-4AED-9018-FDC42A80DFAE}" type="presParOf" srcId="{43A4D829-F03F-4064-BEC3-0D1E1F0F8585}" destId="{D1F9043E-331C-4FEA-AEBB-0053255F5CF4}" srcOrd="8" destOrd="0" presId="urn:microsoft.com/office/officeart/2018/2/layout/IconVerticalSolidList"/>
    <dgm:cxn modelId="{DBB3ABC8-E7AB-4E06-BAFF-52C41FBD4468}" type="presParOf" srcId="{D1F9043E-331C-4FEA-AEBB-0053255F5CF4}" destId="{040E40B9-B436-4C92-B5EA-8FE9B6777081}" srcOrd="0" destOrd="0" presId="urn:microsoft.com/office/officeart/2018/2/layout/IconVerticalSolidList"/>
    <dgm:cxn modelId="{97D50196-AC21-40E9-9999-D5FCBC859C8F}" type="presParOf" srcId="{D1F9043E-331C-4FEA-AEBB-0053255F5CF4}" destId="{875A2D6A-BB8F-4B8D-A345-FD24E9D1160B}" srcOrd="1" destOrd="0" presId="urn:microsoft.com/office/officeart/2018/2/layout/IconVerticalSolidList"/>
    <dgm:cxn modelId="{E68979B6-647F-4C4B-9596-7D5BFBA0FAC8}" type="presParOf" srcId="{D1F9043E-331C-4FEA-AEBB-0053255F5CF4}" destId="{6D1F3F2D-AFCE-41F8-9496-AA8C204CACE7}" srcOrd="2" destOrd="0" presId="urn:microsoft.com/office/officeart/2018/2/layout/IconVerticalSolidList"/>
    <dgm:cxn modelId="{56CF4333-9517-4F00-803A-52F5941361F8}" type="presParOf" srcId="{D1F9043E-331C-4FEA-AEBB-0053255F5CF4}" destId="{53DBE27C-ED1F-4937-BEAE-7A25A19B53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8CD6BB-343E-465D-809C-76748C8B385A}" type="doc">
      <dgm:prSet loTypeId="urn:microsoft.com/office/officeart/2005/8/layout/vList2" loCatId="list" qsTypeId="urn:microsoft.com/office/officeart/2005/8/quickstyle/simple1#5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5CF24448-A189-4C93-9818-596D09047DEE}">
      <dgm:prSet/>
      <dgm:spPr/>
      <dgm:t>
        <a:bodyPr/>
        <a:lstStyle/>
        <a:p>
          <a:r>
            <a:rPr lang="en-US" dirty="0"/>
            <a:t> Adds z-axis to represent third variable.</a:t>
          </a:r>
        </a:p>
      </dgm:t>
    </dgm:pt>
    <dgm:pt modelId="{F3926A4B-3C68-4E99-9CAF-8DCE8D29D71F}" type="parTrans" cxnId="{F7706A27-E6BB-456E-8FF1-0E3739513ABB}">
      <dgm:prSet/>
      <dgm:spPr/>
      <dgm:t>
        <a:bodyPr/>
        <a:lstStyle/>
        <a:p>
          <a:endParaRPr lang="en-US"/>
        </a:p>
      </dgm:t>
    </dgm:pt>
    <dgm:pt modelId="{831E497C-B6FA-475A-8DD6-7A0E0F7405A3}" type="sibTrans" cxnId="{F7706A27-E6BB-456E-8FF1-0E3739513ABB}">
      <dgm:prSet/>
      <dgm:spPr/>
      <dgm:t>
        <a:bodyPr/>
        <a:lstStyle/>
        <a:p>
          <a:endParaRPr lang="en-US"/>
        </a:p>
      </dgm:t>
    </dgm:pt>
    <dgm:pt modelId="{5C61761E-3D0A-4C00-A973-92197851CFD7}">
      <dgm:prSet/>
      <dgm:spPr/>
      <dgm:t>
        <a:bodyPr/>
        <a:lstStyle/>
        <a:p>
          <a:r>
            <a:rPr lang="en-US" dirty="0"/>
            <a:t> Useful for engineering, medical, and scientific data.</a:t>
          </a:r>
        </a:p>
      </dgm:t>
    </dgm:pt>
    <dgm:pt modelId="{F631739D-8E49-4611-B564-8CD8E67E1FB8}" type="parTrans" cxnId="{229FD4D7-CA38-4529-9EE6-C293F1289EF3}">
      <dgm:prSet/>
      <dgm:spPr/>
      <dgm:t>
        <a:bodyPr/>
        <a:lstStyle/>
        <a:p>
          <a:endParaRPr lang="en-US"/>
        </a:p>
      </dgm:t>
    </dgm:pt>
    <dgm:pt modelId="{6B6200A5-9640-4712-AAC7-9CC3CF435F85}" type="sibTrans" cxnId="{229FD4D7-CA38-4529-9EE6-C293F1289EF3}">
      <dgm:prSet/>
      <dgm:spPr/>
      <dgm:t>
        <a:bodyPr/>
        <a:lstStyle/>
        <a:p>
          <a:endParaRPr lang="en-US"/>
        </a:p>
      </dgm:t>
    </dgm:pt>
    <dgm:pt modelId="{37C1DFD3-C9AA-4408-BCA3-1A58285F946A}">
      <dgm:prSet/>
      <dgm:spPr/>
      <dgm:t>
        <a:bodyPr/>
        <a:lstStyle/>
        <a:p>
          <a:r>
            <a:rPr lang="en-US" dirty="0"/>
            <a:t>View angle helps uncover hidden patterns.</a:t>
          </a:r>
        </a:p>
      </dgm:t>
    </dgm:pt>
    <dgm:pt modelId="{03503E77-997E-402C-8D99-D385A25E25D9}" type="parTrans" cxnId="{F95F586C-DEC3-4C7E-AF8D-6BE25C692F57}">
      <dgm:prSet/>
      <dgm:spPr/>
      <dgm:t>
        <a:bodyPr/>
        <a:lstStyle/>
        <a:p>
          <a:endParaRPr lang="en-US"/>
        </a:p>
      </dgm:t>
    </dgm:pt>
    <dgm:pt modelId="{B30366E1-E786-4D77-8903-9927416C75DF}" type="sibTrans" cxnId="{F95F586C-DEC3-4C7E-AF8D-6BE25C692F57}">
      <dgm:prSet/>
      <dgm:spPr/>
      <dgm:t>
        <a:bodyPr/>
        <a:lstStyle/>
        <a:p>
          <a:endParaRPr lang="en-US"/>
        </a:p>
      </dgm:t>
    </dgm:pt>
    <dgm:pt modelId="{10FF31E1-B1BC-4DF9-959F-D494E9EF4C1D}">
      <dgm:prSet/>
      <dgm:spPr/>
      <dgm:t>
        <a:bodyPr/>
        <a:lstStyle/>
        <a:p>
          <a:r>
            <a:rPr lang="en-US"/>
            <a:t>Key Code: ax = fig.add_subplot(111, projection='3d')</a:t>
          </a:r>
        </a:p>
      </dgm:t>
    </dgm:pt>
    <dgm:pt modelId="{DB5B5D5D-0858-4B3C-9AE1-54086AB176E6}" type="parTrans" cxnId="{28C07F44-8DFC-4A67-A2E0-4815EAA51CA5}">
      <dgm:prSet/>
      <dgm:spPr/>
      <dgm:t>
        <a:bodyPr/>
        <a:lstStyle/>
        <a:p>
          <a:endParaRPr lang="en-US"/>
        </a:p>
      </dgm:t>
    </dgm:pt>
    <dgm:pt modelId="{1063243B-72B9-4D5F-B3E0-9088ED7C9FB1}" type="sibTrans" cxnId="{28C07F44-8DFC-4A67-A2E0-4815EAA51CA5}">
      <dgm:prSet/>
      <dgm:spPr/>
      <dgm:t>
        <a:bodyPr/>
        <a:lstStyle/>
        <a:p>
          <a:endParaRPr lang="en-US"/>
        </a:p>
      </dgm:t>
    </dgm:pt>
    <dgm:pt modelId="{FCD320C4-C905-40EC-BCD5-0FD37FBBBAFE}">
      <dgm:prSet/>
      <dgm:spPr/>
      <dgm:t>
        <a:bodyPr/>
        <a:lstStyle/>
        <a:p>
          <a:r>
            <a:rPr lang="en-US"/>
            <a:t>ax.scatter(X[:,0], X[:,1], X[:,2], marker='*')</a:t>
          </a:r>
        </a:p>
      </dgm:t>
    </dgm:pt>
    <dgm:pt modelId="{66B9EC0B-644F-488A-A332-7AC8B8ACA518}" type="parTrans" cxnId="{F0442DA5-644E-4F1B-AF68-3E6432FEC22B}">
      <dgm:prSet/>
      <dgm:spPr/>
      <dgm:t>
        <a:bodyPr/>
        <a:lstStyle/>
        <a:p>
          <a:endParaRPr lang="en-US"/>
        </a:p>
      </dgm:t>
    </dgm:pt>
    <dgm:pt modelId="{05923A17-31F0-408E-B0F3-6797037E7A68}" type="sibTrans" cxnId="{F0442DA5-644E-4F1B-AF68-3E6432FEC22B}">
      <dgm:prSet/>
      <dgm:spPr/>
      <dgm:t>
        <a:bodyPr/>
        <a:lstStyle/>
        <a:p>
          <a:endParaRPr lang="en-US"/>
        </a:p>
      </dgm:t>
    </dgm:pt>
    <dgm:pt modelId="{CD4CC702-243F-46E5-AC58-387F5A03AD79}" type="pres">
      <dgm:prSet presAssocID="{808CD6BB-343E-465D-809C-76748C8B385A}" presName="linear" presStyleCnt="0">
        <dgm:presLayoutVars>
          <dgm:animLvl val="lvl"/>
          <dgm:resizeHandles val="exact"/>
        </dgm:presLayoutVars>
      </dgm:prSet>
      <dgm:spPr/>
    </dgm:pt>
    <dgm:pt modelId="{2A6767C2-21D5-44A2-B7B2-587D52A9A1E6}" type="pres">
      <dgm:prSet presAssocID="{5CF24448-A189-4C93-9818-596D09047DE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E3D22F0-A03C-4198-92AC-4FAD6A34A917}" type="pres">
      <dgm:prSet presAssocID="{831E497C-B6FA-475A-8DD6-7A0E0F7405A3}" presName="spacer" presStyleCnt="0"/>
      <dgm:spPr/>
    </dgm:pt>
    <dgm:pt modelId="{244CBFC5-4BFB-4889-A045-8F04B2E399F2}" type="pres">
      <dgm:prSet presAssocID="{5C61761E-3D0A-4C00-A973-92197851CFD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C395001-4D56-4AA8-A970-FFF4FE179D0B}" type="pres">
      <dgm:prSet presAssocID="{6B6200A5-9640-4712-AAC7-9CC3CF435F85}" presName="spacer" presStyleCnt="0"/>
      <dgm:spPr/>
    </dgm:pt>
    <dgm:pt modelId="{BE7FE0A8-EE67-4B38-8675-A6B1EBDCEC30}" type="pres">
      <dgm:prSet presAssocID="{37C1DFD3-C9AA-4408-BCA3-1A58285F946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EB14CE6-D840-4D1D-8CB4-8555F6DFF13D}" type="pres">
      <dgm:prSet presAssocID="{B30366E1-E786-4D77-8903-9927416C75DF}" presName="spacer" presStyleCnt="0"/>
      <dgm:spPr/>
    </dgm:pt>
    <dgm:pt modelId="{E5634908-A3FA-4CDB-9E1A-3EF9463EC451}" type="pres">
      <dgm:prSet presAssocID="{10FF31E1-B1BC-4DF9-959F-D494E9EF4C1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38E7465-E296-4291-8B41-1F18D00B7225}" type="pres">
      <dgm:prSet presAssocID="{1063243B-72B9-4D5F-B3E0-9088ED7C9FB1}" presName="spacer" presStyleCnt="0"/>
      <dgm:spPr/>
    </dgm:pt>
    <dgm:pt modelId="{F5D959C2-7079-46C1-8000-B447E135CB17}" type="pres">
      <dgm:prSet presAssocID="{FCD320C4-C905-40EC-BCD5-0FD37FBBBAF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971CE01-75E9-4AEB-A4D8-13DD7B67B341}" type="presOf" srcId="{10FF31E1-B1BC-4DF9-959F-D494E9EF4C1D}" destId="{E5634908-A3FA-4CDB-9E1A-3EF9463EC451}" srcOrd="0" destOrd="0" presId="urn:microsoft.com/office/officeart/2005/8/layout/vList2"/>
    <dgm:cxn modelId="{548AA71A-5B13-4D6C-B951-073347FB4920}" type="presOf" srcId="{37C1DFD3-C9AA-4408-BCA3-1A58285F946A}" destId="{BE7FE0A8-EE67-4B38-8675-A6B1EBDCEC30}" srcOrd="0" destOrd="0" presId="urn:microsoft.com/office/officeart/2005/8/layout/vList2"/>
    <dgm:cxn modelId="{F7706A27-E6BB-456E-8FF1-0E3739513ABB}" srcId="{808CD6BB-343E-465D-809C-76748C8B385A}" destId="{5CF24448-A189-4C93-9818-596D09047DEE}" srcOrd="0" destOrd="0" parTransId="{F3926A4B-3C68-4E99-9CAF-8DCE8D29D71F}" sibTransId="{831E497C-B6FA-475A-8DD6-7A0E0F7405A3}"/>
    <dgm:cxn modelId="{39726535-AA70-41E8-BC0D-ECC975870430}" type="presOf" srcId="{5C61761E-3D0A-4C00-A973-92197851CFD7}" destId="{244CBFC5-4BFB-4889-A045-8F04B2E399F2}" srcOrd="0" destOrd="0" presId="urn:microsoft.com/office/officeart/2005/8/layout/vList2"/>
    <dgm:cxn modelId="{28C07F44-8DFC-4A67-A2E0-4815EAA51CA5}" srcId="{808CD6BB-343E-465D-809C-76748C8B385A}" destId="{10FF31E1-B1BC-4DF9-959F-D494E9EF4C1D}" srcOrd="3" destOrd="0" parTransId="{DB5B5D5D-0858-4B3C-9AE1-54086AB176E6}" sibTransId="{1063243B-72B9-4D5F-B3E0-9088ED7C9FB1}"/>
    <dgm:cxn modelId="{F95F586C-DEC3-4C7E-AF8D-6BE25C692F57}" srcId="{808CD6BB-343E-465D-809C-76748C8B385A}" destId="{37C1DFD3-C9AA-4408-BCA3-1A58285F946A}" srcOrd="2" destOrd="0" parTransId="{03503E77-997E-402C-8D99-D385A25E25D9}" sibTransId="{B30366E1-E786-4D77-8903-9927416C75DF}"/>
    <dgm:cxn modelId="{92ABBE7C-0E68-4829-B45F-7D49D3D06DD3}" type="presOf" srcId="{808CD6BB-343E-465D-809C-76748C8B385A}" destId="{CD4CC702-243F-46E5-AC58-387F5A03AD79}" srcOrd="0" destOrd="0" presId="urn:microsoft.com/office/officeart/2005/8/layout/vList2"/>
    <dgm:cxn modelId="{5E45BA8A-723F-4CBF-AD07-D9061E53F075}" type="presOf" srcId="{FCD320C4-C905-40EC-BCD5-0FD37FBBBAFE}" destId="{F5D959C2-7079-46C1-8000-B447E135CB17}" srcOrd="0" destOrd="0" presId="urn:microsoft.com/office/officeart/2005/8/layout/vList2"/>
    <dgm:cxn modelId="{F0442DA5-644E-4F1B-AF68-3E6432FEC22B}" srcId="{808CD6BB-343E-465D-809C-76748C8B385A}" destId="{FCD320C4-C905-40EC-BCD5-0FD37FBBBAFE}" srcOrd="4" destOrd="0" parTransId="{66B9EC0B-644F-488A-A332-7AC8B8ACA518}" sibTransId="{05923A17-31F0-408E-B0F3-6797037E7A68}"/>
    <dgm:cxn modelId="{229FD4D7-CA38-4529-9EE6-C293F1289EF3}" srcId="{808CD6BB-343E-465D-809C-76748C8B385A}" destId="{5C61761E-3D0A-4C00-A973-92197851CFD7}" srcOrd="1" destOrd="0" parTransId="{F631739D-8E49-4611-B564-8CD8E67E1FB8}" sibTransId="{6B6200A5-9640-4712-AAC7-9CC3CF435F85}"/>
    <dgm:cxn modelId="{C5D9C9DA-D4BC-4954-A15E-ED6B482D4025}" type="presOf" srcId="{5CF24448-A189-4C93-9818-596D09047DEE}" destId="{2A6767C2-21D5-44A2-B7B2-587D52A9A1E6}" srcOrd="0" destOrd="0" presId="urn:microsoft.com/office/officeart/2005/8/layout/vList2"/>
    <dgm:cxn modelId="{76ABA27B-EE00-4F8A-AC82-9DCA345BF4AF}" type="presParOf" srcId="{CD4CC702-243F-46E5-AC58-387F5A03AD79}" destId="{2A6767C2-21D5-44A2-B7B2-587D52A9A1E6}" srcOrd="0" destOrd="0" presId="urn:microsoft.com/office/officeart/2005/8/layout/vList2"/>
    <dgm:cxn modelId="{AE9BB6B4-B0FB-4D7A-8B69-C01AF3392DAE}" type="presParOf" srcId="{CD4CC702-243F-46E5-AC58-387F5A03AD79}" destId="{6E3D22F0-A03C-4198-92AC-4FAD6A34A917}" srcOrd="1" destOrd="0" presId="urn:microsoft.com/office/officeart/2005/8/layout/vList2"/>
    <dgm:cxn modelId="{601894D9-ACD1-47ED-B676-CC2D6355EC23}" type="presParOf" srcId="{CD4CC702-243F-46E5-AC58-387F5A03AD79}" destId="{244CBFC5-4BFB-4889-A045-8F04B2E399F2}" srcOrd="2" destOrd="0" presId="urn:microsoft.com/office/officeart/2005/8/layout/vList2"/>
    <dgm:cxn modelId="{31FFD6A1-3B3E-4787-9F0E-2D47CB25DF16}" type="presParOf" srcId="{CD4CC702-243F-46E5-AC58-387F5A03AD79}" destId="{AC395001-4D56-4AA8-A970-FFF4FE179D0B}" srcOrd="3" destOrd="0" presId="urn:microsoft.com/office/officeart/2005/8/layout/vList2"/>
    <dgm:cxn modelId="{45EE3EFD-70FE-42FB-926F-38BABBB0400A}" type="presParOf" srcId="{CD4CC702-243F-46E5-AC58-387F5A03AD79}" destId="{BE7FE0A8-EE67-4B38-8675-A6B1EBDCEC30}" srcOrd="4" destOrd="0" presId="urn:microsoft.com/office/officeart/2005/8/layout/vList2"/>
    <dgm:cxn modelId="{71F0C526-B988-470D-95A9-EF84ED9A88CE}" type="presParOf" srcId="{CD4CC702-243F-46E5-AC58-387F5A03AD79}" destId="{3EB14CE6-D840-4D1D-8CB4-8555F6DFF13D}" srcOrd="5" destOrd="0" presId="urn:microsoft.com/office/officeart/2005/8/layout/vList2"/>
    <dgm:cxn modelId="{152D6DAE-C5F5-45BE-8771-D5ACB026F43C}" type="presParOf" srcId="{CD4CC702-243F-46E5-AC58-387F5A03AD79}" destId="{E5634908-A3FA-4CDB-9E1A-3EF9463EC451}" srcOrd="6" destOrd="0" presId="urn:microsoft.com/office/officeart/2005/8/layout/vList2"/>
    <dgm:cxn modelId="{7B5FFDE8-505A-4C41-AD7A-98F716A3C611}" type="presParOf" srcId="{CD4CC702-243F-46E5-AC58-387F5A03AD79}" destId="{738E7465-E296-4291-8B41-1F18D00B7225}" srcOrd="7" destOrd="0" presId="urn:microsoft.com/office/officeart/2005/8/layout/vList2"/>
    <dgm:cxn modelId="{C39DAF38-17F8-4CA1-9114-C4923507B87F}" type="presParOf" srcId="{CD4CC702-243F-46E5-AC58-387F5A03AD79}" destId="{F5D959C2-7079-46C1-8000-B447E135CB1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AAAD566-52A5-4B0F-9648-D7BD2DF37175}" type="doc">
      <dgm:prSet loTypeId="urn:microsoft.com/office/officeart/2005/8/layout/vList2" loCatId="list" qsTypeId="urn:microsoft.com/office/officeart/2005/8/quickstyle/simple1#6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E60EB482-67E2-4DB1-B86C-97DCCECC4B3D}">
      <dgm:prSet/>
      <dgm:spPr/>
      <dgm:t>
        <a:bodyPr/>
        <a:lstStyle/>
        <a:p>
          <a:r>
            <a:rPr lang="en-US" dirty="0"/>
            <a:t> Represents continuous function Z = f(X, Y).</a:t>
          </a:r>
        </a:p>
      </dgm:t>
    </dgm:pt>
    <dgm:pt modelId="{992E7BBD-25E1-4275-A87E-D366CAAA7500}" type="parTrans" cxnId="{5B53A587-4DD8-4F4F-9624-3D09024CCB3F}">
      <dgm:prSet/>
      <dgm:spPr/>
      <dgm:t>
        <a:bodyPr/>
        <a:lstStyle/>
        <a:p>
          <a:endParaRPr lang="en-US"/>
        </a:p>
      </dgm:t>
    </dgm:pt>
    <dgm:pt modelId="{4FB09DCD-7A3B-4670-B40F-BBC132E5694C}" type="sibTrans" cxnId="{5B53A587-4DD8-4F4F-9624-3D09024CCB3F}">
      <dgm:prSet/>
      <dgm:spPr/>
      <dgm:t>
        <a:bodyPr/>
        <a:lstStyle/>
        <a:p>
          <a:endParaRPr lang="en-US"/>
        </a:p>
      </dgm:t>
    </dgm:pt>
    <dgm:pt modelId="{C22E3DFF-B852-45C9-A7F5-2BF9301EA895}">
      <dgm:prSet/>
      <dgm:spPr/>
      <dgm:t>
        <a:bodyPr/>
        <a:lstStyle/>
        <a:p>
          <a:r>
            <a:rPr lang="en-US" dirty="0"/>
            <a:t> Requires </a:t>
          </a:r>
          <a:r>
            <a:rPr lang="en-US" dirty="0" err="1"/>
            <a:t>meshgrid</a:t>
          </a:r>
          <a:r>
            <a:rPr lang="en-US" dirty="0"/>
            <a:t>.</a:t>
          </a:r>
        </a:p>
      </dgm:t>
    </dgm:pt>
    <dgm:pt modelId="{C2D585AD-438F-44E8-BD18-A05C3DAA5929}" type="parTrans" cxnId="{A7A957F8-378A-4AF4-8B12-38B4486EA677}">
      <dgm:prSet/>
      <dgm:spPr/>
      <dgm:t>
        <a:bodyPr/>
        <a:lstStyle/>
        <a:p>
          <a:endParaRPr lang="en-US"/>
        </a:p>
      </dgm:t>
    </dgm:pt>
    <dgm:pt modelId="{C436BBEE-3F82-4E9E-BAD0-88493E89B136}" type="sibTrans" cxnId="{A7A957F8-378A-4AF4-8B12-38B4486EA677}">
      <dgm:prSet/>
      <dgm:spPr/>
      <dgm:t>
        <a:bodyPr/>
        <a:lstStyle/>
        <a:p>
          <a:endParaRPr lang="en-US"/>
        </a:p>
      </dgm:t>
    </dgm:pt>
    <dgm:pt modelId="{DEB0EE5D-E5FD-47AF-9FB2-B9A95E2A2E61}">
      <dgm:prSet/>
      <dgm:spPr/>
      <dgm:t>
        <a:bodyPr/>
        <a:lstStyle/>
        <a:p>
          <a:r>
            <a:rPr lang="en-US" dirty="0" err="1"/>
            <a:t>Colour</a:t>
          </a:r>
          <a:r>
            <a:rPr lang="en-US" dirty="0"/>
            <a:t> map encodes Z value.</a:t>
          </a:r>
        </a:p>
      </dgm:t>
    </dgm:pt>
    <dgm:pt modelId="{6C3D1397-E9EA-470F-8582-F6B8ACB5D32E}" type="parTrans" cxnId="{807B3175-E07F-4954-8ED2-31E93EB1781B}">
      <dgm:prSet/>
      <dgm:spPr/>
      <dgm:t>
        <a:bodyPr/>
        <a:lstStyle/>
        <a:p>
          <a:endParaRPr lang="en-US"/>
        </a:p>
      </dgm:t>
    </dgm:pt>
    <dgm:pt modelId="{6B8D0808-6ED5-4D5A-9017-A99D2321EBFA}" type="sibTrans" cxnId="{807B3175-E07F-4954-8ED2-31E93EB1781B}">
      <dgm:prSet/>
      <dgm:spPr/>
      <dgm:t>
        <a:bodyPr/>
        <a:lstStyle/>
        <a:p>
          <a:endParaRPr lang="en-US"/>
        </a:p>
      </dgm:t>
    </dgm:pt>
    <dgm:pt modelId="{AE15E5AE-5649-45FB-A0C3-EF54CF017AFA}">
      <dgm:prSet/>
      <dgm:spPr/>
      <dgm:t>
        <a:bodyPr/>
        <a:lstStyle/>
        <a:p>
          <a:r>
            <a:rPr lang="en-US"/>
            <a:t>Key Code: X, Y = np.meshgrid(x, y); Z = np.sin(X)*np.cos(Y)</a:t>
          </a:r>
        </a:p>
      </dgm:t>
    </dgm:pt>
    <dgm:pt modelId="{5264E5F1-D42E-4791-987B-0CFB7ED85CFA}" type="parTrans" cxnId="{1E1C4FCB-EB4F-4DC9-B8CD-D024820467A0}">
      <dgm:prSet/>
      <dgm:spPr/>
      <dgm:t>
        <a:bodyPr/>
        <a:lstStyle/>
        <a:p>
          <a:endParaRPr lang="en-US"/>
        </a:p>
      </dgm:t>
    </dgm:pt>
    <dgm:pt modelId="{F45D49AC-ED86-40D3-AB61-B262145EDAE6}" type="sibTrans" cxnId="{1E1C4FCB-EB4F-4DC9-B8CD-D024820467A0}">
      <dgm:prSet/>
      <dgm:spPr/>
      <dgm:t>
        <a:bodyPr/>
        <a:lstStyle/>
        <a:p>
          <a:endParaRPr lang="en-US"/>
        </a:p>
      </dgm:t>
    </dgm:pt>
    <dgm:pt modelId="{47ADFABA-3172-4420-A46D-7E58D65871E1}">
      <dgm:prSet/>
      <dgm:spPr/>
      <dgm:t>
        <a:bodyPr/>
        <a:lstStyle/>
        <a:p>
          <a:r>
            <a:rPr lang="en-US"/>
            <a:t>ax.plot_surface(X, Y, Z, cmap='viridis')</a:t>
          </a:r>
        </a:p>
      </dgm:t>
    </dgm:pt>
    <dgm:pt modelId="{BCEC1411-09F4-4FA3-95CC-BD935E4BC4E8}" type="parTrans" cxnId="{DF651086-05CC-4E3C-A174-2DD306D63502}">
      <dgm:prSet/>
      <dgm:spPr/>
      <dgm:t>
        <a:bodyPr/>
        <a:lstStyle/>
        <a:p>
          <a:endParaRPr lang="en-US"/>
        </a:p>
      </dgm:t>
    </dgm:pt>
    <dgm:pt modelId="{7EF90F88-2985-44C7-B22E-8C989E1C2796}" type="sibTrans" cxnId="{DF651086-05CC-4E3C-A174-2DD306D63502}">
      <dgm:prSet/>
      <dgm:spPr/>
      <dgm:t>
        <a:bodyPr/>
        <a:lstStyle/>
        <a:p>
          <a:endParaRPr lang="en-US"/>
        </a:p>
      </dgm:t>
    </dgm:pt>
    <dgm:pt modelId="{69751B71-7B59-4988-9B90-BDE5BF5100EA}">
      <dgm:prSet/>
      <dgm:spPr/>
      <dgm:t>
        <a:bodyPr/>
        <a:lstStyle/>
        <a:p>
          <a:r>
            <a:rPr lang="en-US"/>
            <a:t>ax.view_init(elev=90, azim=0)</a:t>
          </a:r>
        </a:p>
      </dgm:t>
    </dgm:pt>
    <dgm:pt modelId="{455817DA-87E1-485D-A498-C43865DD3CA6}" type="parTrans" cxnId="{5D327323-ACFA-444A-8048-EBDF40D8A414}">
      <dgm:prSet/>
      <dgm:spPr/>
      <dgm:t>
        <a:bodyPr/>
        <a:lstStyle/>
        <a:p>
          <a:endParaRPr lang="en-US"/>
        </a:p>
      </dgm:t>
    </dgm:pt>
    <dgm:pt modelId="{4601B04B-E102-46D5-A715-9209F528DDE1}" type="sibTrans" cxnId="{5D327323-ACFA-444A-8048-EBDF40D8A414}">
      <dgm:prSet/>
      <dgm:spPr/>
      <dgm:t>
        <a:bodyPr/>
        <a:lstStyle/>
        <a:p>
          <a:endParaRPr lang="en-US"/>
        </a:p>
      </dgm:t>
    </dgm:pt>
    <dgm:pt modelId="{4F7EFE0B-7E07-41E4-8904-1780095124F0}" type="pres">
      <dgm:prSet presAssocID="{1AAAD566-52A5-4B0F-9648-D7BD2DF37175}" presName="linear" presStyleCnt="0">
        <dgm:presLayoutVars>
          <dgm:animLvl val="lvl"/>
          <dgm:resizeHandles val="exact"/>
        </dgm:presLayoutVars>
      </dgm:prSet>
      <dgm:spPr/>
    </dgm:pt>
    <dgm:pt modelId="{F9774D3C-97B8-404B-938F-8DB907DD778B}" type="pres">
      <dgm:prSet presAssocID="{E60EB482-67E2-4DB1-B86C-97DCCECC4B3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73C4470-E4CF-430B-B527-7C477B3F260D}" type="pres">
      <dgm:prSet presAssocID="{4FB09DCD-7A3B-4670-B40F-BBC132E5694C}" presName="spacer" presStyleCnt="0"/>
      <dgm:spPr/>
    </dgm:pt>
    <dgm:pt modelId="{5927B1C0-9303-49AA-903F-D70E2AE4FEB4}" type="pres">
      <dgm:prSet presAssocID="{C22E3DFF-B852-45C9-A7F5-2BF9301EA89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65BF812-D5BE-4165-A52C-3ED4DB731B10}" type="pres">
      <dgm:prSet presAssocID="{C436BBEE-3F82-4E9E-BAD0-88493E89B136}" presName="spacer" presStyleCnt="0"/>
      <dgm:spPr/>
    </dgm:pt>
    <dgm:pt modelId="{27500B15-EE80-4EB6-A124-EFA18FF8DD22}" type="pres">
      <dgm:prSet presAssocID="{DEB0EE5D-E5FD-47AF-9FB2-B9A95E2A2E6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DDEDC86-AD02-481B-9071-159A16F0684B}" type="pres">
      <dgm:prSet presAssocID="{6B8D0808-6ED5-4D5A-9017-A99D2321EBFA}" presName="spacer" presStyleCnt="0"/>
      <dgm:spPr/>
    </dgm:pt>
    <dgm:pt modelId="{A5C6A171-48F4-4B59-BD59-42DB4F34C3AC}" type="pres">
      <dgm:prSet presAssocID="{AE15E5AE-5649-45FB-A0C3-EF54CF017AF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AD185F1-7DF1-4B4C-A785-0CACE72BEF7C}" type="pres">
      <dgm:prSet presAssocID="{F45D49AC-ED86-40D3-AB61-B262145EDAE6}" presName="spacer" presStyleCnt="0"/>
      <dgm:spPr/>
    </dgm:pt>
    <dgm:pt modelId="{204C22CB-ABB8-4CA0-9B14-4D0325EE02AA}" type="pres">
      <dgm:prSet presAssocID="{47ADFABA-3172-4420-A46D-7E58D65871E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3CA6B78-6343-4ACF-92FA-878B115F7CF3}" type="pres">
      <dgm:prSet presAssocID="{7EF90F88-2985-44C7-B22E-8C989E1C2796}" presName="spacer" presStyleCnt="0"/>
      <dgm:spPr/>
    </dgm:pt>
    <dgm:pt modelId="{435FEA01-FF8B-416D-98D6-59BCFAD2F8B3}" type="pres">
      <dgm:prSet presAssocID="{69751B71-7B59-4988-9B90-BDE5BF5100E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D327323-ACFA-444A-8048-EBDF40D8A414}" srcId="{1AAAD566-52A5-4B0F-9648-D7BD2DF37175}" destId="{69751B71-7B59-4988-9B90-BDE5BF5100EA}" srcOrd="5" destOrd="0" parTransId="{455817DA-87E1-485D-A498-C43865DD3CA6}" sibTransId="{4601B04B-E102-46D5-A715-9209F528DDE1}"/>
    <dgm:cxn modelId="{89910D40-7974-4C2F-851C-45553B0A9DC5}" type="presOf" srcId="{AE15E5AE-5649-45FB-A0C3-EF54CF017AFA}" destId="{A5C6A171-48F4-4B59-BD59-42DB4F34C3AC}" srcOrd="0" destOrd="0" presId="urn:microsoft.com/office/officeart/2005/8/layout/vList2"/>
    <dgm:cxn modelId="{2351F95C-4769-4A81-87A7-F55DA2BEA30A}" type="presOf" srcId="{E60EB482-67E2-4DB1-B86C-97DCCECC4B3D}" destId="{F9774D3C-97B8-404B-938F-8DB907DD778B}" srcOrd="0" destOrd="0" presId="urn:microsoft.com/office/officeart/2005/8/layout/vList2"/>
    <dgm:cxn modelId="{D57B3E65-8CF7-4F81-862F-5CC6C00ED019}" type="presOf" srcId="{69751B71-7B59-4988-9B90-BDE5BF5100EA}" destId="{435FEA01-FF8B-416D-98D6-59BCFAD2F8B3}" srcOrd="0" destOrd="0" presId="urn:microsoft.com/office/officeart/2005/8/layout/vList2"/>
    <dgm:cxn modelId="{187D8D50-E46A-4873-B675-C0534769E31D}" type="presOf" srcId="{47ADFABA-3172-4420-A46D-7E58D65871E1}" destId="{204C22CB-ABB8-4CA0-9B14-4D0325EE02AA}" srcOrd="0" destOrd="0" presId="urn:microsoft.com/office/officeart/2005/8/layout/vList2"/>
    <dgm:cxn modelId="{807B3175-E07F-4954-8ED2-31E93EB1781B}" srcId="{1AAAD566-52A5-4B0F-9648-D7BD2DF37175}" destId="{DEB0EE5D-E5FD-47AF-9FB2-B9A95E2A2E61}" srcOrd="2" destOrd="0" parTransId="{6C3D1397-E9EA-470F-8582-F6B8ACB5D32E}" sibTransId="{6B8D0808-6ED5-4D5A-9017-A99D2321EBFA}"/>
    <dgm:cxn modelId="{DF651086-05CC-4E3C-A174-2DD306D63502}" srcId="{1AAAD566-52A5-4B0F-9648-D7BD2DF37175}" destId="{47ADFABA-3172-4420-A46D-7E58D65871E1}" srcOrd="4" destOrd="0" parTransId="{BCEC1411-09F4-4FA3-95CC-BD935E4BC4E8}" sibTransId="{7EF90F88-2985-44C7-B22E-8C989E1C2796}"/>
    <dgm:cxn modelId="{5B53A587-4DD8-4F4F-9624-3D09024CCB3F}" srcId="{1AAAD566-52A5-4B0F-9648-D7BD2DF37175}" destId="{E60EB482-67E2-4DB1-B86C-97DCCECC4B3D}" srcOrd="0" destOrd="0" parTransId="{992E7BBD-25E1-4275-A87E-D366CAAA7500}" sibTransId="{4FB09DCD-7A3B-4670-B40F-BBC132E5694C}"/>
    <dgm:cxn modelId="{912269C4-894A-443E-A1FB-721FBCF7A835}" type="presOf" srcId="{C22E3DFF-B852-45C9-A7F5-2BF9301EA895}" destId="{5927B1C0-9303-49AA-903F-D70E2AE4FEB4}" srcOrd="0" destOrd="0" presId="urn:microsoft.com/office/officeart/2005/8/layout/vList2"/>
    <dgm:cxn modelId="{D8D8BBC8-66B7-4D4E-9C2B-E15A1C0DFF15}" type="presOf" srcId="{DEB0EE5D-E5FD-47AF-9FB2-B9A95E2A2E61}" destId="{27500B15-EE80-4EB6-A124-EFA18FF8DD22}" srcOrd="0" destOrd="0" presId="urn:microsoft.com/office/officeart/2005/8/layout/vList2"/>
    <dgm:cxn modelId="{1E1C4FCB-EB4F-4DC9-B8CD-D024820467A0}" srcId="{1AAAD566-52A5-4B0F-9648-D7BD2DF37175}" destId="{AE15E5AE-5649-45FB-A0C3-EF54CF017AFA}" srcOrd="3" destOrd="0" parTransId="{5264E5F1-D42E-4791-987B-0CFB7ED85CFA}" sibTransId="{F45D49AC-ED86-40D3-AB61-B262145EDAE6}"/>
    <dgm:cxn modelId="{781610F1-0B42-41F7-9E38-DC6B78B22097}" type="presOf" srcId="{1AAAD566-52A5-4B0F-9648-D7BD2DF37175}" destId="{4F7EFE0B-7E07-41E4-8904-1780095124F0}" srcOrd="0" destOrd="0" presId="urn:microsoft.com/office/officeart/2005/8/layout/vList2"/>
    <dgm:cxn modelId="{A7A957F8-378A-4AF4-8B12-38B4486EA677}" srcId="{1AAAD566-52A5-4B0F-9648-D7BD2DF37175}" destId="{C22E3DFF-B852-45C9-A7F5-2BF9301EA895}" srcOrd="1" destOrd="0" parTransId="{C2D585AD-438F-44E8-BD18-A05C3DAA5929}" sibTransId="{C436BBEE-3F82-4E9E-BAD0-88493E89B136}"/>
    <dgm:cxn modelId="{D87EF9D1-2F18-4DC0-9B37-4C5A8EBCE62D}" type="presParOf" srcId="{4F7EFE0B-7E07-41E4-8904-1780095124F0}" destId="{F9774D3C-97B8-404B-938F-8DB907DD778B}" srcOrd="0" destOrd="0" presId="urn:microsoft.com/office/officeart/2005/8/layout/vList2"/>
    <dgm:cxn modelId="{EE37BF88-3DB6-45D8-B669-D1D09E15C894}" type="presParOf" srcId="{4F7EFE0B-7E07-41E4-8904-1780095124F0}" destId="{573C4470-E4CF-430B-B527-7C477B3F260D}" srcOrd="1" destOrd="0" presId="urn:microsoft.com/office/officeart/2005/8/layout/vList2"/>
    <dgm:cxn modelId="{B17C1314-FD9D-4543-BFBC-19B800C91AB4}" type="presParOf" srcId="{4F7EFE0B-7E07-41E4-8904-1780095124F0}" destId="{5927B1C0-9303-49AA-903F-D70E2AE4FEB4}" srcOrd="2" destOrd="0" presId="urn:microsoft.com/office/officeart/2005/8/layout/vList2"/>
    <dgm:cxn modelId="{CF2FF9A1-A17C-4524-9B73-6F1F53888294}" type="presParOf" srcId="{4F7EFE0B-7E07-41E4-8904-1780095124F0}" destId="{765BF812-D5BE-4165-A52C-3ED4DB731B10}" srcOrd="3" destOrd="0" presId="urn:microsoft.com/office/officeart/2005/8/layout/vList2"/>
    <dgm:cxn modelId="{BF26E002-A773-46D9-A7AB-53A3F883B783}" type="presParOf" srcId="{4F7EFE0B-7E07-41E4-8904-1780095124F0}" destId="{27500B15-EE80-4EB6-A124-EFA18FF8DD22}" srcOrd="4" destOrd="0" presId="urn:microsoft.com/office/officeart/2005/8/layout/vList2"/>
    <dgm:cxn modelId="{351BEA9F-118D-411C-A7C9-C719CDD102BB}" type="presParOf" srcId="{4F7EFE0B-7E07-41E4-8904-1780095124F0}" destId="{7DDEDC86-AD02-481B-9071-159A16F0684B}" srcOrd="5" destOrd="0" presId="urn:microsoft.com/office/officeart/2005/8/layout/vList2"/>
    <dgm:cxn modelId="{F8391F95-FD5E-4371-94AF-BC4950CB9F63}" type="presParOf" srcId="{4F7EFE0B-7E07-41E4-8904-1780095124F0}" destId="{A5C6A171-48F4-4B59-BD59-42DB4F34C3AC}" srcOrd="6" destOrd="0" presId="urn:microsoft.com/office/officeart/2005/8/layout/vList2"/>
    <dgm:cxn modelId="{5E47A268-0631-44A9-94F9-1886529457C1}" type="presParOf" srcId="{4F7EFE0B-7E07-41E4-8904-1780095124F0}" destId="{1AD185F1-7DF1-4B4C-A785-0CACE72BEF7C}" srcOrd="7" destOrd="0" presId="urn:microsoft.com/office/officeart/2005/8/layout/vList2"/>
    <dgm:cxn modelId="{054936D8-831F-4F8E-9EEF-EF84B97DFE7B}" type="presParOf" srcId="{4F7EFE0B-7E07-41E4-8904-1780095124F0}" destId="{204C22CB-ABB8-4CA0-9B14-4D0325EE02AA}" srcOrd="8" destOrd="0" presId="urn:microsoft.com/office/officeart/2005/8/layout/vList2"/>
    <dgm:cxn modelId="{77B81232-A55D-406E-AE3E-9F42C3872C48}" type="presParOf" srcId="{4F7EFE0B-7E07-41E4-8904-1780095124F0}" destId="{53CA6B78-6343-4ACF-92FA-878B115F7CF3}" srcOrd="9" destOrd="0" presId="urn:microsoft.com/office/officeart/2005/8/layout/vList2"/>
    <dgm:cxn modelId="{F5F42568-49E8-4050-83A3-A41612C87E42}" type="presParOf" srcId="{4F7EFE0B-7E07-41E4-8904-1780095124F0}" destId="{435FEA01-FF8B-416D-98D6-59BCFAD2F8B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A7DA490-0A15-4EA0-89BA-E8AC33DAF0C4}" type="doc">
      <dgm:prSet loTypeId="urn:microsoft.com/office/officeart/2005/8/layout/vList2" loCatId="list" qsTypeId="urn:microsoft.com/office/officeart/2005/8/quickstyle/simple1#7" qsCatId="simple" csTypeId="urn:microsoft.com/office/officeart/2005/8/colors/colorful2#3" csCatId="colorful" phldr="1"/>
      <dgm:spPr/>
      <dgm:t>
        <a:bodyPr/>
        <a:lstStyle/>
        <a:p>
          <a:endParaRPr lang="en-US"/>
        </a:p>
      </dgm:t>
    </dgm:pt>
    <dgm:pt modelId="{D1A97DEC-4503-499B-8BE6-128470AE3BE6}">
      <dgm:prSet/>
      <dgm:spPr/>
      <dgm:t>
        <a:bodyPr/>
        <a:lstStyle/>
        <a:p>
          <a:r>
            <a:rPr lang="en-US" dirty="0"/>
            <a:t> Visual updates over time using First-In-First-Out (FIFO) queue.</a:t>
          </a:r>
        </a:p>
      </dgm:t>
    </dgm:pt>
    <dgm:pt modelId="{BA58EA6B-C28D-4AFB-BC79-AA4AF0FD2938}" type="parTrans" cxnId="{F93B4A7E-C7C4-4BB7-99D9-BE3130BF2B99}">
      <dgm:prSet/>
      <dgm:spPr/>
      <dgm:t>
        <a:bodyPr/>
        <a:lstStyle/>
        <a:p>
          <a:endParaRPr lang="en-US"/>
        </a:p>
      </dgm:t>
    </dgm:pt>
    <dgm:pt modelId="{AA602382-D3D4-431E-857E-9E99FFAA788A}" type="sibTrans" cxnId="{F93B4A7E-C7C4-4BB7-99D9-BE3130BF2B99}">
      <dgm:prSet/>
      <dgm:spPr/>
      <dgm:t>
        <a:bodyPr/>
        <a:lstStyle/>
        <a:p>
          <a:endParaRPr lang="en-US"/>
        </a:p>
      </dgm:t>
    </dgm:pt>
    <dgm:pt modelId="{09EF0696-4EAA-406E-9D41-D6A2B93F4D08}">
      <dgm:prSet/>
      <dgm:spPr/>
      <dgm:t>
        <a:bodyPr/>
        <a:lstStyle/>
        <a:p>
          <a:r>
            <a:rPr lang="en-US" dirty="0"/>
            <a:t>Shows temporal changes clearly.</a:t>
          </a:r>
        </a:p>
      </dgm:t>
    </dgm:pt>
    <dgm:pt modelId="{F2B61A16-7303-4816-BEAE-DC700E6903E1}" type="parTrans" cxnId="{776E8261-D2EC-48D3-BEC5-788B99519382}">
      <dgm:prSet/>
      <dgm:spPr/>
      <dgm:t>
        <a:bodyPr/>
        <a:lstStyle/>
        <a:p>
          <a:endParaRPr lang="en-US"/>
        </a:p>
      </dgm:t>
    </dgm:pt>
    <dgm:pt modelId="{07B2935F-3998-4714-B1BE-23FB8098B03D}" type="sibTrans" cxnId="{776E8261-D2EC-48D3-BEC5-788B99519382}">
      <dgm:prSet/>
      <dgm:spPr/>
      <dgm:t>
        <a:bodyPr/>
        <a:lstStyle/>
        <a:p>
          <a:endParaRPr lang="en-US"/>
        </a:p>
      </dgm:t>
    </dgm:pt>
    <dgm:pt modelId="{CF5B716B-A72B-4BA5-8750-28E2309FD405}">
      <dgm:prSet/>
      <dgm:spPr/>
      <dgm:t>
        <a:bodyPr/>
        <a:lstStyle/>
        <a:p>
          <a:r>
            <a:rPr lang="en-US" dirty="0"/>
            <a:t>1. Create queue (deque(</a:t>
          </a:r>
          <a:r>
            <a:rPr lang="en-US" dirty="0" err="1"/>
            <a:t>maxlen</a:t>
          </a:r>
          <a:r>
            <a:rPr lang="en-US" dirty="0"/>
            <a:t>=k))</a:t>
          </a:r>
        </a:p>
      </dgm:t>
    </dgm:pt>
    <dgm:pt modelId="{CA65778A-DDF3-4E5C-8018-237FA8767FA4}" type="parTrans" cxnId="{A6AC546A-A03E-4DC4-94BC-985CA6A6E549}">
      <dgm:prSet/>
      <dgm:spPr/>
      <dgm:t>
        <a:bodyPr/>
        <a:lstStyle/>
        <a:p>
          <a:endParaRPr lang="en-US"/>
        </a:p>
      </dgm:t>
    </dgm:pt>
    <dgm:pt modelId="{F0B6E271-9A1F-4E09-926F-E89C6E13BECF}" type="sibTrans" cxnId="{A6AC546A-A03E-4DC4-94BC-985CA6A6E549}">
      <dgm:prSet/>
      <dgm:spPr/>
      <dgm:t>
        <a:bodyPr/>
        <a:lstStyle/>
        <a:p>
          <a:endParaRPr lang="en-US"/>
        </a:p>
      </dgm:t>
    </dgm:pt>
    <dgm:pt modelId="{6F8A2F6A-BB6E-48AD-BE70-D355D7618909}">
      <dgm:prSet/>
      <dgm:spPr/>
      <dgm:t>
        <a:bodyPr/>
        <a:lstStyle/>
        <a:p>
          <a:r>
            <a:rPr lang="en-US"/>
            <a:t>2. Append new data</a:t>
          </a:r>
        </a:p>
      </dgm:t>
    </dgm:pt>
    <dgm:pt modelId="{5BD5956B-0E3D-4A98-A0C7-B2024B2F7FE1}" type="parTrans" cxnId="{59E8E606-DFA5-4FFE-A04E-355C3C630831}">
      <dgm:prSet/>
      <dgm:spPr/>
      <dgm:t>
        <a:bodyPr/>
        <a:lstStyle/>
        <a:p>
          <a:endParaRPr lang="en-US"/>
        </a:p>
      </dgm:t>
    </dgm:pt>
    <dgm:pt modelId="{26A2CBCB-EED2-4A92-BCF7-048C6638AA85}" type="sibTrans" cxnId="{59E8E606-DFA5-4FFE-A04E-355C3C630831}">
      <dgm:prSet/>
      <dgm:spPr/>
      <dgm:t>
        <a:bodyPr/>
        <a:lstStyle/>
        <a:p>
          <a:endParaRPr lang="en-US"/>
        </a:p>
      </dgm:t>
    </dgm:pt>
    <dgm:pt modelId="{E7F66986-F32A-4F84-AFFE-271B2CE6554F}">
      <dgm:prSet/>
      <dgm:spPr/>
      <dgm:t>
        <a:bodyPr/>
        <a:lstStyle/>
        <a:p>
          <a:r>
            <a:rPr lang="en-US"/>
            <a:t>3. Drop oldest automatically</a:t>
          </a:r>
        </a:p>
      </dgm:t>
    </dgm:pt>
    <dgm:pt modelId="{1845DF66-6491-4AFF-9872-CF85E85BE373}" type="parTrans" cxnId="{8B434062-2E07-4A8D-AA92-E4D912EDCB1A}">
      <dgm:prSet/>
      <dgm:spPr/>
      <dgm:t>
        <a:bodyPr/>
        <a:lstStyle/>
        <a:p>
          <a:endParaRPr lang="en-US"/>
        </a:p>
      </dgm:t>
    </dgm:pt>
    <dgm:pt modelId="{4A70C200-697A-401D-961D-147E3F12B5F2}" type="sibTrans" cxnId="{8B434062-2E07-4A8D-AA92-E4D912EDCB1A}">
      <dgm:prSet/>
      <dgm:spPr/>
      <dgm:t>
        <a:bodyPr/>
        <a:lstStyle/>
        <a:p>
          <a:endParaRPr lang="en-US"/>
        </a:p>
      </dgm:t>
    </dgm:pt>
    <dgm:pt modelId="{0FD0D87D-109D-44BD-9047-FAFBB51180B0}">
      <dgm:prSet/>
      <dgm:spPr/>
      <dgm:t>
        <a:bodyPr/>
        <a:lstStyle/>
        <a:p>
          <a:r>
            <a:rPr lang="en-US"/>
            <a:t>4. Pause or animate updates</a:t>
          </a:r>
        </a:p>
      </dgm:t>
    </dgm:pt>
    <dgm:pt modelId="{AE438EF6-B773-40FB-AE50-BD068516A7B4}" type="parTrans" cxnId="{B20230D7-896D-4E8C-873C-D3F56DB46D89}">
      <dgm:prSet/>
      <dgm:spPr/>
      <dgm:t>
        <a:bodyPr/>
        <a:lstStyle/>
        <a:p>
          <a:endParaRPr lang="en-US"/>
        </a:p>
      </dgm:t>
    </dgm:pt>
    <dgm:pt modelId="{5182E8EF-56FA-41FD-A76C-6328A6AB12F4}" type="sibTrans" cxnId="{B20230D7-896D-4E8C-873C-D3F56DB46D89}">
      <dgm:prSet/>
      <dgm:spPr/>
      <dgm:t>
        <a:bodyPr/>
        <a:lstStyle/>
        <a:p>
          <a:endParaRPr lang="en-US"/>
        </a:p>
      </dgm:t>
    </dgm:pt>
    <dgm:pt modelId="{63B03425-B431-4097-911C-C73E30ABA344}" type="pres">
      <dgm:prSet presAssocID="{8A7DA490-0A15-4EA0-89BA-E8AC33DAF0C4}" presName="linear" presStyleCnt="0">
        <dgm:presLayoutVars>
          <dgm:animLvl val="lvl"/>
          <dgm:resizeHandles val="exact"/>
        </dgm:presLayoutVars>
      </dgm:prSet>
      <dgm:spPr/>
    </dgm:pt>
    <dgm:pt modelId="{815921C0-1866-426A-9DCC-836464C29377}" type="pres">
      <dgm:prSet presAssocID="{D1A97DEC-4503-499B-8BE6-128470AE3BE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D1F9926-8756-4C45-AA9D-8F3220E96359}" type="pres">
      <dgm:prSet presAssocID="{AA602382-D3D4-431E-857E-9E99FFAA788A}" presName="spacer" presStyleCnt="0"/>
      <dgm:spPr/>
    </dgm:pt>
    <dgm:pt modelId="{D835E658-4237-476A-9D62-4DA75A60FAA5}" type="pres">
      <dgm:prSet presAssocID="{09EF0696-4EAA-406E-9D41-D6A2B93F4D0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2EC6041-ACEC-4546-8D70-1C0C6F446764}" type="pres">
      <dgm:prSet presAssocID="{07B2935F-3998-4714-B1BE-23FB8098B03D}" presName="spacer" presStyleCnt="0"/>
      <dgm:spPr/>
    </dgm:pt>
    <dgm:pt modelId="{F2915213-49F6-46BF-874D-46E9D2777922}" type="pres">
      <dgm:prSet presAssocID="{CF5B716B-A72B-4BA5-8750-28E2309FD40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CE8D43C-9F8E-4909-AF89-26D825F47738}" type="pres">
      <dgm:prSet presAssocID="{F0B6E271-9A1F-4E09-926F-E89C6E13BECF}" presName="spacer" presStyleCnt="0"/>
      <dgm:spPr/>
    </dgm:pt>
    <dgm:pt modelId="{DA7909E7-6B3D-4AC6-95A2-89840F0355A0}" type="pres">
      <dgm:prSet presAssocID="{6F8A2F6A-BB6E-48AD-BE70-D355D761890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C5C3E0E-072E-48B0-8F43-38025E9C8C68}" type="pres">
      <dgm:prSet presAssocID="{26A2CBCB-EED2-4A92-BCF7-048C6638AA85}" presName="spacer" presStyleCnt="0"/>
      <dgm:spPr/>
    </dgm:pt>
    <dgm:pt modelId="{33119DE3-FAB9-439D-990C-8F181476C882}" type="pres">
      <dgm:prSet presAssocID="{E7F66986-F32A-4F84-AFFE-271B2CE6554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7E6D34C-F4A6-4D52-8F19-54F006C37303}" type="pres">
      <dgm:prSet presAssocID="{4A70C200-697A-401D-961D-147E3F12B5F2}" presName="spacer" presStyleCnt="0"/>
      <dgm:spPr/>
    </dgm:pt>
    <dgm:pt modelId="{D982E52E-4E10-440E-AD11-42DE11F05F72}" type="pres">
      <dgm:prSet presAssocID="{0FD0D87D-109D-44BD-9047-FAFBB51180B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9E8E606-DFA5-4FFE-A04E-355C3C630831}" srcId="{8A7DA490-0A15-4EA0-89BA-E8AC33DAF0C4}" destId="{6F8A2F6A-BB6E-48AD-BE70-D355D7618909}" srcOrd="3" destOrd="0" parTransId="{5BD5956B-0E3D-4A98-A0C7-B2024B2F7FE1}" sibTransId="{26A2CBCB-EED2-4A92-BCF7-048C6638AA85}"/>
    <dgm:cxn modelId="{2B547207-BD5A-4720-9518-C573A6F5499D}" type="presOf" srcId="{8A7DA490-0A15-4EA0-89BA-E8AC33DAF0C4}" destId="{63B03425-B431-4097-911C-C73E30ABA344}" srcOrd="0" destOrd="0" presId="urn:microsoft.com/office/officeart/2005/8/layout/vList2"/>
    <dgm:cxn modelId="{98F87D24-B35F-43EB-930B-B991FBD5CC7A}" type="presOf" srcId="{0FD0D87D-109D-44BD-9047-FAFBB51180B0}" destId="{D982E52E-4E10-440E-AD11-42DE11F05F72}" srcOrd="0" destOrd="0" presId="urn:microsoft.com/office/officeart/2005/8/layout/vList2"/>
    <dgm:cxn modelId="{776E8261-D2EC-48D3-BEC5-788B99519382}" srcId="{8A7DA490-0A15-4EA0-89BA-E8AC33DAF0C4}" destId="{09EF0696-4EAA-406E-9D41-D6A2B93F4D08}" srcOrd="1" destOrd="0" parTransId="{F2B61A16-7303-4816-BEAE-DC700E6903E1}" sibTransId="{07B2935F-3998-4714-B1BE-23FB8098B03D}"/>
    <dgm:cxn modelId="{8B434062-2E07-4A8D-AA92-E4D912EDCB1A}" srcId="{8A7DA490-0A15-4EA0-89BA-E8AC33DAF0C4}" destId="{E7F66986-F32A-4F84-AFFE-271B2CE6554F}" srcOrd="4" destOrd="0" parTransId="{1845DF66-6491-4AFF-9872-CF85E85BE373}" sibTransId="{4A70C200-697A-401D-961D-147E3F12B5F2}"/>
    <dgm:cxn modelId="{79644C68-438C-43CD-88F2-21414D33A197}" type="presOf" srcId="{E7F66986-F32A-4F84-AFFE-271B2CE6554F}" destId="{33119DE3-FAB9-439D-990C-8F181476C882}" srcOrd="0" destOrd="0" presId="urn:microsoft.com/office/officeart/2005/8/layout/vList2"/>
    <dgm:cxn modelId="{A6AC546A-A03E-4DC4-94BC-985CA6A6E549}" srcId="{8A7DA490-0A15-4EA0-89BA-E8AC33DAF0C4}" destId="{CF5B716B-A72B-4BA5-8750-28E2309FD405}" srcOrd="2" destOrd="0" parTransId="{CA65778A-DDF3-4E5C-8018-237FA8767FA4}" sibTransId="{F0B6E271-9A1F-4E09-926F-E89C6E13BECF}"/>
    <dgm:cxn modelId="{F93B4A7E-C7C4-4BB7-99D9-BE3130BF2B99}" srcId="{8A7DA490-0A15-4EA0-89BA-E8AC33DAF0C4}" destId="{D1A97DEC-4503-499B-8BE6-128470AE3BE6}" srcOrd="0" destOrd="0" parTransId="{BA58EA6B-C28D-4AFB-BC79-AA4AF0FD2938}" sibTransId="{AA602382-D3D4-431E-857E-9E99FFAA788A}"/>
    <dgm:cxn modelId="{8DA96EB3-6371-4B2B-B6E9-ECAC48B61B96}" type="presOf" srcId="{D1A97DEC-4503-499B-8BE6-128470AE3BE6}" destId="{815921C0-1866-426A-9DCC-836464C29377}" srcOrd="0" destOrd="0" presId="urn:microsoft.com/office/officeart/2005/8/layout/vList2"/>
    <dgm:cxn modelId="{4ED88DC1-18F5-45AD-96C6-6ECDE327F702}" type="presOf" srcId="{CF5B716B-A72B-4BA5-8750-28E2309FD405}" destId="{F2915213-49F6-46BF-874D-46E9D2777922}" srcOrd="0" destOrd="0" presId="urn:microsoft.com/office/officeart/2005/8/layout/vList2"/>
    <dgm:cxn modelId="{A9D65EC5-8F1E-4E2E-92C1-AC82701550A7}" type="presOf" srcId="{09EF0696-4EAA-406E-9D41-D6A2B93F4D08}" destId="{D835E658-4237-476A-9D62-4DA75A60FAA5}" srcOrd="0" destOrd="0" presId="urn:microsoft.com/office/officeart/2005/8/layout/vList2"/>
    <dgm:cxn modelId="{B20230D7-896D-4E8C-873C-D3F56DB46D89}" srcId="{8A7DA490-0A15-4EA0-89BA-E8AC33DAF0C4}" destId="{0FD0D87D-109D-44BD-9047-FAFBB51180B0}" srcOrd="5" destOrd="0" parTransId="{AE438EF6-B773-40FB-AE50-BD068516A7B4}" sibTransId="{5182E8EF-56FA-41FD-A76C-6328A6AB12F4}"/>
    <dgm:cxn modelId="{C0C59BED-3348-41C4-A667-9AEFE200EF2C}" type="presOf" srcId="{6F8A2F6A-BB6E-48AD-BE70-D355D7618909}" destId="{DA7909E7-6B3D-4AC6-95A2-89840F0355A0}" srcOrd="0" destOrd="0" presId="urn:microsoft.com/office/officeart/2005/8/layout/vList2"/>
    <dgm:cxn modelId="{F8BC46BB-32A5-44E7-8303-FE72F754AE5C}" type="presParOf" srcId="{63B03425-B431-4097-911C-C73E30ABA344}" destId="{815921C0-1866-426A-9DCC-836464C29377}" srcOrd="0" destOrd="0" presId="urn:microsoft.com/office/officeart/2005/8/layout/vList2"/>
    <dgm:cxn modelId="{D5788D11-E0B1-4DE6-B14F-CC4FE6F9839A}" type="presParOf" srcId="{63B03425-B431-4097-911C-C73E30ABA344}" destId="{ED1F9926-8756-4C45-AA9D-8F3220E96359}" srcOrd="1" destOrd="0" presId="urn:microsoft.com/office/officeart/2005/8/layout/vList2"/>
    <dgm:cxn modelId="{E93918A2-BE37-4C4E-8DC0-1A931A704E8B}" type="presParOf" srcId="{63B03425-B431-4097-911C-C73E30ABA344}" destId="{D835E658-4237-476A-9D62-4DA75A60FAA5}" srcOrd="2" destOrd="0" presId="urn:microsoft.com/office/officeart/2005/8/layout/vList2"/>
    <dgm:cxn modelId="{35835B95-FDD2-4193-9641-DACEA9E1B9A8}" type="presParOf" srcId="{63B03425-B431-4097-911C-C73E30ABA344}" destId="{82EC6041-ACEC-4546-8D70-1C0C6F446764}" srcOrd="3" destOrd="0" presId="urn:microsoft.com/office/officeart/2005/8/layout/vList2"/>
    <dgm:cxn modelId="{C8E1D0D0-DC96-4091-A443-FFBA34AA3231}" type="presParOf" srcId="{63B03425-B431-4097-911C-C73E30ABA344}" destId="{F2915213-49F6-46BF-874D-46E9D2777922}" srcOrd="4" destOrd="0" presId="urn:microsoft.com/office/officeart/2005/8/layout/vList2"/>
    <dgm:cxn modelId="{D58F2107-975E-49F1-990C-89DD6EB9E3CF}" type="presParOf" srcId="{63B03425-B431-4097-911C-C73E30ABA344}" destId="{CCE8D43C-9F8E-4909-AF89-26D825F47738}" srcOrd="5" destOrd="0" presId="urn:microsoft.com/office/officeart/2005/8/layout/vList2"/>
    <dgm:cxn modelId="{491CC25B-D41E-4C4C-AEE1-79BE39CA91BC}" type="presParOf" srcId="{63B03425-B431-4097-911C-C73E30ABA344}" destId="{DA7909E7-6B3D-4AC6-95A2-89840F0355A0}" srcOrd="6" destOrd="0" presId="urn:microsoft.com/office/officeart/2005/8/layout/vList2"/>
    <dgm:cxn modelId="{C1F6B192-BBAB-4098-9E4E-73C64C224D80}" type="presParOf" srcId="{63B03425-B431-4097-911C-C73E30ABA344}" destId="{DC5C3E0E-072E-48B0-8F43-38025E9C8C68}" srcOrd="7" destOrd="0" presId="urn:microsoft.com/office/officeart/2005/8/layout/vList2"/>
    <dgm:cxn modelId="{4E3343D5-0F19-4F13-8371-7059CEC2A4AD}" type="presParOf" srcId="{63B03425-B431-4097-911C-C73E30ABA344}" destId="{33119DE3-FAB9-439D-990C-8F181476C882}" srcOrd="8" destOrd="0" presId="urn:microsoft.com/office/officeart/2005/8/layout/vList2"/>
    <dgm:cxn modelId="{18428E17-9D05-409C-BCFB-3705400A028F}" type="presParOf" srcId="{63B03425-B431-4097-911C-C73E30ABA344}" destId="{E7E6D34C-F4A6-4D52-8F19-54F006C37303}" srcOrd="9" destOrd="0" presId="urn:microsoft.com/office/officeart/2005/8/layout/vList2"/>
    <dgm:cxn modelId="{E2E2FDF2-4F11-47B2-9C35-9A341B9D243C}" type="presParOf" srcId="{63B03425-B431-4097-911C-C73E30ABA344}" destId="{D982E52E-4E10-440E-AD11-42DE11F05F7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8C4AF1B-0175-4CD2-ABEC-A16FBD24A901}" type="doc">
      <dgm:prSet loTypeId="urn:microsoft.com/office/officeart/2005/8/layout/vList2" loCatId="list" qsTypeId="urn:microsoft.com/office/officeart/2005/8/quickstyle/simple1#8" qsCatId="simple" csTypeId="urn:microsoft.com/office/officeart/2005/8/colors/colorful2#4" csCatId="colorful" phldr="1"/>
      <dgm:spPr/>
      <dgm:t>
        <a:bodyPr/>
        <a:lstStyle/>
        <a:p>
          <a:endParaRPr lang="en-US"/>
        </a:p>
      </dgm:t>
    </dgm:pt>
    <dgm:pt modelId="{270E990E-FED9-4125-80FE-FF8EA8251471}">
      <dgm:prSet/>
      <dgm:spPr/>
      <dgm:t>
        <a:bodyPr/>
        <a:lstStyle/>
        <a:p>
          <a:r>
            <a:rPr lang="en-US" dirty="0"/>
            <a:t> Dynamic Line: shows live trend of streaming data.</a:t>
          </a:r>
        </a:p>
      </dgm:t>
    </dgm:pt>
    <dgm:pt modelId="{4E4D797F-642A-4F6F-8377-36F7451282F0}" type="parTrans" cxnId="{69A6DF1C-F6F9-4811-A2AF-26DFFE3CFB6C}">
      <dgm:prSet/>
      <dgm:spPr/>
      <dgm:t>
        <a:bodyPr/>
        <a:lstStyle/>
        <a:p>
          <a:endParaRPr lang="en-US"/>
        </a:p>
      </dgm:t>
    </dgm:pt>
    <dgm:pt modelId="{EF2F14E8-5B3C-4D07-B7C1-D5C8C57C435F}" type="sibTrans" cxnId="{69A6DF1C-F6F9-4811-A2AF-26DFFE3CFB6C}">
      <dgm:prSet/>
      <dgm:spPr/>
      <dgm:t>
        <a:bodyPr/>
        <a:lstStyle/>
        <a:p>
          <a:endParaRPr lang="en-US"/>
        </a:p>
      </dgm:t>
    </dgm:pt>
    <dgm:pt modelId="{337C44A7-2BD1-492D-BF12-00BDDC7ACBDB}">
      <dgm:prSet/>
      <dgm:spPr/>
      <dgm:t>
        <a:bodyPr/>
        <a:lstStyle/>
        <a:p>
          <a:r>
            <a:rPr lang="en-US" dirty="0"/>
            <a:t> Dynamic Scatter: shows new data points appearing over time.</a:t>
          </a:r>
        </a:p>
      </dgm:t>
    </dgm:pt>
    <dgm:pt modelId="{14D3D67C-03C7-4B1E-9F33-25AEC5F8DCB9}" type="parTrans" cxnId="{F8A11D9D-3892-41B6-A0E3-0F4777BDBD61}">
      <dgm:prSet/>
      <dgm:spPr/>
      <dgm:t>
        <a:bodyPr/>
        <a:lstStyle/>
        <a:p>
          <a:endParaRPr lang="en-US"/>
        </a:p>
      </dgm:t>
    </dgm:pt>
    <dgm:pt modelId="{02A86976-7CAC-46C7-818B-D07611322D46}" type="sibTrans" cxnId="{F8A11D9D-3892-41B6-A0E3-0F4777BDBD61}">
      <dgm:prSet/>
      <dgm:spPr/>
      <dgm:t>
        <a:bodyPr/>
        <a:lstStyle/>
        <a:p>
          <a:endParaRPr lang="en-US"/>
        </a:p>
      </dgm:t>
    </dgm:pt>
    <dgm:pt modelId="{56F293C2-CF1D-4EB1-B9AB-57073502462B}">
      <dgm:prSet/>
      <dgm:spPr/>
      <dgm:t>
        <a:bodyPr/>
        <a:lstStyle/>
        <a:p>
          <a:r>
            <a:rPr lang="en-US" dirty="0"/>
            <a:t>Animation uses </a:t>
          </a:r>
          <a:r>
            <a:rPr lang="en-US" dirty="0" err="1"/>
            <a:t>FuncAnimation</a:t>
          </a:r>
          <a:r>
            <a:rPr lang="en-US" dirty="0"/>
            <a:t>.</a:t>
          </a:r>
        </a:p>
      </dgm:t>
    </dgm:pt>
    <dgm:pt modelId="{15331ECA-CC3C-44DD-860D-98AFCC177C37}" type="parTrans" cxnId="{2B501CBC-F634-4150-B874-01AF6680048A}">
      <dgm:prSet/>
      <dgm:spPr/>
      <dgm:t>
        <a:bodyPr/>
        <a:lstStyle/>
        <a:p>
          <a:endParaRPr lang="en-US"/>
        </a:p>
      </dgm:t>
    </dgm:pt>
    <dgm:pt modelId="{003070CD-E2EE-4C56-997B-3ED3C949BFE3}" type="sibTrans" cxnId="{2B501CBC-F634-4150-B874-01AF6680048A}">
      <dgm:prSet/>
      <dgm:spPr/>
      <dgm:t>
        <a:bodyPr/>
        <a:lstStyle/>
        <a:p>
          <a:endParaRPr lang="en-US"/>
        </a:p>
      </dgm:t>
    </dgm:pt>
    <dgm:pt modelId="{BBB23819-E8A6-4811-8A1D-18BFCAE6DD7F}">
      <dgm:prSet/>
      <dgm:spPr/>
      <dgm:t>
        <a:bodyPr/>
        <a:lstStyle/>
        <a:p>
          <a:r>
            <a:rPr lang="en-US"/>
            <a:t>Key Code: FuncAnimation(fig, update, interval=100)</a:t>
          </a:r>
        </a:p>
      </dgm:t>
    </dgm:pt>
    <dgm:pt modelId="{B8FE6E87-2FD5-49C3-9D57-D3B2F077D3AE}" type="parTrans" cxnId="{3E6D6CC7-4289-48A4-A999-BBCA094B5A47}">
      <dgm:prSet/>
      <dgm:spPr/>
      <dgm:t>
        <a:bodyPr/>
        <a:lstStyle/>
        <a:p>
          <a:endParaRPr lang="en-US"/>
        </a:p>
      </dgm:t>
    </dgm:pt>
    <dgm:pt modelId="{0FAFC8DB-523B-4461-B704-FE831A1EF54B}" type="sibTrans" cxnId="{3E6D6CC7-4289-48A4-A999-BBCA094B5A47}">
      <dgm:prSet/>
      <dgm:spPr/>
      <dgm:t>
        <a:bodyPr/>
        <a:lstStyle/>
        <a:p>
          <a:endParaRPr lang="en-US"/>
        </a:p>
      </dgm:t>
    </dgm:pt>
    <dgm:pt modelId="{E199A667-386D-4CB9-8AD2-50A9659D4AAA}">
      <dgm:prSet/>
      <dgm:spPr/>
      <dgm:t>
        <a:bodyPr/>
        <a:lstStyle/>
        <a:p>
          <a:r>
            <a:rPr lang="en-US"/>
            <a:t>line.set_ydata(data); scat.set_offsets(np.c_[x, y])</a:t>
          </a:r>
        </a:p>
      </dgm:t>
    </dgm:pt>
    <dgm:pt modelId="{23D88075-74F7-4DA3-994B-3D43877966FF}" type="parTrans" cxnId="{FF3AAC76-D87C-4659-9F7F-0A75BB15A994}">
      <dgm:prSet/>
      <dgm:spPr/>
      <dgm:t>
        <a:bodyPr/>
        <a:lstStyle/>
        <a:p>
          <a:endParaRPr lang="en-US"/>
        </a:p>
      </dgm:t>
    </dgm:pt>
    <dgm:pt modelId="{6FA77615-DD4C-4789-837C-820C02E606C6}" type="sibTrans" cxnId="{FF3AAC76-D87C-4659-9F7F-0A75BB15A994}">
      <dgm:prSet/>
      <dgm:spPr/>
      <dgm:t>
        <a:bodyPr/>
        <a:lstStyle/>
        <a:p>
          <a:endParaRPr lang="en-US"/>
        </a:p>
      </dgm:t>
    </dgm:pt>
    <dgm:pt modelId="{120FF58E-0627-4032-A486-CFB1ECF5B2B1}" type="pres">
      <dgm:prSet presAssocID="{F8C4AF1B-0175-4CD2-ABEC-A16FBD24A901}" presName="linear" presStyleCnt="0">
        <dgm:presLayoutVars>
          <dgm:animLvl val="lvl"/>
          <dgm:resizeHandles val="exact"/>
        </dgm:presLayoutVars>
      </dgm:prSet>
      <dgm:spPr/>
    </dgm:pt>
    <dgm:pt modelId="{F422569B-2A12-4E23-95DC-4429084EFA9D}" type="pres">
      <dgm:prSet presAssocID="{270E990E-FED9-4125-80FE-FF8EA825147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ADEC767-1C17-4BC9-82AD-8836322A0FF5}" type="pres">
      <dgm:prSet presAssocID="{EF2F14E8-5B3C-4D07-B7C1-D5C8C57C435F}" presName="spacer" presStyleCnt="0"/>
      <dgm:spPr/>
    </dgm:pt>
    <dgm:pt modelId="{EAF9A28C-5EDC-4CC9-A0AD-0C0354057B48}" type="pres">
      <dgm:prSet presAssocID="{337C44A7-2BD1-492D-BF12-00BDDC7ACBD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601A60A-AA50-40F7-B506-617898921522}" type="pres">
      <dgm:prSet presAssocID="{02A86976-7CAC-46C7-818B-D07611322D46}" presName="spacer" presStyleCnt="0"/>
      <dgm:spPr/>
    </dgm:pt>
    <dgm:pt modelId="{1A8C58BD-9006-4264-9783-9C7C3F9EC6B6}" type="pres">
      <dgm:prSet presAssocID="{56F293C2-CF1D-4EB1-B9AB-57073502462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12D413D-ADCF-47D0-B0D0-51AEE2A4D621}" type="pres">
      <dgm:prSet presAssocID="{003070CD-E2EE-4C56-997B-3ED3C949BFE3}" presName="spacer" presStyleCnt="0"/>
      <dgm:spPr/>
    </dgm:pt>
    <dgm:pt modelId="{2176F784-3631-4B5E-97E8-87D3DB3BF9E1}" type="pres">
      <dgm:prSet presAssocID="{BBB23819-E8A6-4811-8A1D-18BFCAE6DD7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03CCC8B-56D8-4775-A9F3-E4C55C61FEDF}" type="pres">
      <dgm:prSet presAssocID="{0FAFC8DB-523B-4461-B704-FE831A1EF54B}" presName="spacer" presStyleCnt="0"/>
      <dgm:spPr/>
    </dgm:pt>
    <dgm:pt modelId="{61508726-5B9D-4BF9-A8A0-1C8AF467BE86}" type="pres">
      <dgm:prSet presAssocID="{E199A667-386D-4CB9-8AD2-50A9659D4AA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6148302-9CF2-4E66-AE69-F8A5197F097B}" type="presOf" srcId="{270E990E-FED9-4125-80FE-FF8EA8251471}" destId="{F422569B-2A12-4E23-95DC-4429084EFA9D}" srcOrd="0" destOrd="0" presId="urn:microsoft.com/office/officeart/2005/8/layout/vList2"/>
    <dgm:cxn modelId="{69A6DF1C-F6F9-4811-A2AF-26DFFE3CFB6C}" srcId="{F8C4AF1B-0175-4CD2-ABEC-A16FBD24A901}" destId="{270E990E-FED9-4125-80FE-FF8EA8251471}" srcOrd="0" destOrd="0" parTransId="{4E4D797F-642A-4F6F-8377-36F7451282F0}" sibTransId="{EF2F14E8-5B3C-4D07-B7C1-D5C8C57C435F}"/>
    <dgm:cxn modelId="{5A962125-F36C-498D-A48E-050DD20DB4F4}" type="presOf" srcId="{337C44A7-2BD1-492D-BF12-00BDDC7ACBDB}" destId="{EAF9A28C-5EDC-4CC9-A0AD-0C0354057B48}" srcOrd="0" destOrd="0" presId="urn:microsoft.com/office/officeart/2005/8/layout/vList2"/>
    <dgm:cxn modelId="{2F9ABE6F-3BBD-42C9-ABF7-8A25B7873743}" type="presOf" srcId="{E199A667-386D-4CB9-8AD2-50A9659D4AAA}" destId="{61508726-5B9D-4BF9-A8A0-1C8AF467BE86}" srcOrd="0" destOrd="0" presId="urn:microsoft.com/office/officeart/2005/8/layout/vList2"/>
    <dgm:cxn modelId="{FF3AAC76-D87C-4659-9F7F-0A75BB15A994}" srcId="{F8C4AF1B-0175-4CD2-ABEC-A16FBD24A901}" destId="{E199A667-386D-4CB9-8AD2-50A9659D4AAA}" srcOrd="4" destOrd="0" parTransId="{23D88075-74F7-4DA3-994B-3D43877966FF}" sibTransId="{6FA77615-DD4C-4789-837C-820C02E606C6}"/>
    <dgm:cxn modelId="{AA6ADE88-AD3F-430B-9207-B1DDA3673CEA}" type="presOf" srcId="{56F293C2-CF1D-4EB1-B9AB-57073502462B}" destId="{1A8C58BD-9006-4264-9783-9C7C3F9EC6B6}" srcOrd="0" destOrd="0" presId="urn:microsoft.com/office/officeart/2005/8/layout/vList2"/>
    <dgm:cxn modelId="{F8A11D9D-3892-41B6-A0E3-0F4777BDBD61}" srcId="{F8C4AF1B-0175-4CD2-ABEC-A16FBD24A901}" destId="{337C44A7-2BD1-492D-BF12-00BDDC7ACBDB}" srcOrd="1" destOrd="0" parTransId="{14D3D67C-03C7-4B1E-9F33-25AEC5F8DCB9}" sibTransId="{02A86976-7CAC-46C7-818B-D07611322D46}"/>
    <dgm:cxn modelId="{500A6BBB-6578-45D4-B17A-39F9E976ADDD}" type="presOf" srcId="{F8C4AF1B-0175-4CD2-ABEC-A16FBD24A901}" destId="{120FF58E-0627-4032-A486-CFB1ECF5B2B1}" srcOrd="0" destOrd="0" presId="urn:microsoft.com/office/officeart/2005/8/layout/vList2"/>
    <dgm:cxn modelId="{2B501CBC-F634-4150-B874-01AF6680048A}" srcId="{F8C4AF1B-0175-4CD2-ABEC-A16FBD24A901}" destId="{56F293C2-CF1D-4EB1-B9AB-57073502462B}" srcOrd="2" destOrd="0" parTransId="{15331ECA-CC3C-44DD-860D-98AFCC177C37}" sibTransId="{003070CD-E2EE-4C56-997B-3ED3C949BFE3}"/>
    <dgm:cxn modelId="{3E6D6CC7-4289-48A4-A999-BBCA094B5A47}" srcId="{F8C4AF1B-0175-4CD2-ABEC-A16FBD24A901}" destId="{BBB23819-E8A6-4811-8A1D-18BFCAE6DD7F}" srcOrd="3" destOrd="0" parTransId="{B8FE6E87-2FD5-49C3-9D57-D3B2F077D3AE}" sibTransId="{0FAFC8DB-523B-4461-B704-FE831A1EF54B}"/>
    <dgm:cxn modelId="{16E5B3DA-8AAB-48BA-B1CE-3B43832E9AE1}" type="presOf" srcId="{BBB23819-E8A6-4811-8A1D-18BFCAE6DD7F}" destId="{2176F784-3631-4B5E-97E8-87D3DB3BF9E1}" srcOrd="0" destOrd="0" presId="urn:microsoft.com/office/officeart/2005/8/layout/vList2"/>
    <dgm:cxn modelId="{1B44A325-8F8D-42BB-8363-FABA53E7096F}" type="presParOf" srcId="{120FF58E-0627-4032-A486-CFB1ECF5B2B1}" destId="{F422569B-2A12-4E23-95DC-4429084EFA9D}" srcOrd="0" destOrd="0" presId="urn:microsoft.com/office/officeart/2005/8/layout/vList2"/>
    <dgm:cxn modelId="{D4894ACB-0CE3-443E-9FE1-DA504BE2B84B}" type="presParOf" srcId="{120FF58E-0627-4032-A486-CFB1ECF5B2B1}" destId="{8ADEC767-1C17-4BC9-82AD-8836322A0FF5}" srcOrd="1" destOrd="0" presId="urn:microsoft.com/office/officeart/2005/8/layout/vList2"/>
    <dgm:cxn modelId="{350F42D6-84C1-47DE-B9EF-BB5EC227EA77}" type="presParOf" srcId="{120FF58E-0627-4032-A486-CFB1ECF5B2B1}" destId="{EAF9A28C-5EDC-4CC9-A0AD-0C0354057B48}" srcOrd="2" destOrd="0" presId="urn:microsoft.com/office/officeart/2005/8/layout/vList2"/>
    <dgm:cxn modelId="{EC4DB1C4-79C3-417B-9848-D31A0D6B9EF3}" type="presParOf" srcId="{120FF58E-0627-4032-A486-CFB1ECF5B2B1}" destId="{9601A60A-AA50-40F7-B506-617898921522}" srcOrd="3" destOrd="0" presId="urn:microsoft.com/office/officeart/2005/8/layout/vList2"/>
    <dgm:cxn modelId="{617DB4A7-1E18-45AC-A924-4E5C3BCB2A49}" type="presParOf" srcId="{120FF58E-0627-4032-A486-CFB1ECF5B2B1}" destId="{1A8C58BD-9006-4264-9783-9C7C3F9EC6B6}" srcOrd="4" destOrd="0" presId="urn:microsoft.com/office/officeart/2005/8/layout/vList2"/>
    <dgm:cxn modelId="{A3F087F5-6CA8-43CB-B5B7-68E4DC527BA9}" type="presParOf" srcId="{120FF58E-0627-4032-A486-CFB1ECF5B2B1}" destId="{712D413D-ADCF-47D0-B0D0-51AEE2A4D621}" srcOrd="5" destOrd="0" presId="urn:microsoft.com/office/officeart/2005/8/layout/vList2"/>
    <dgm:cxn modelId="{08287C62-24A1-4443-874E-C7ADCD9D0E81}" type="presParOf" srcId="{120FF58E-0627-4032-A486-CFB1ECF5B2B1}" destId="{2176F784-3631-4B5E-97E8-87D3DB3BF9E1}" srcOrd="6" destOrd="0" presId="urn:microsoft.com/office/officeart/2005/8/layout/vList2"/>
    <dgm:cxn modelId="{6186644E-80B5-4FF7-904E-422FF7A75385}" type="presParOf" srcId="{120FF58E-0627-4032-A486-CFB1ECF5B2B1}" destId="{103CCC8B-56D8-4775-A9F3-E4C55C61FEDF}" srcOrd="7" destOrd="0" presId="urn:microsoft.com/office/officeart/2005/8/layout/vList2"/>
    <dgm:cxn modelId="{90F1A60E-EDF9-41B5-8EA8-D800C781BE7A}" type="presParOf" srcId="{120FF58E-0627-4032-A486-CFB1ECF5B2B1}" destId="{61508726-5B9D-4BF9-A8A0-1C8AF467BE8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49057DE-E52A-420A-924A-C9E594F2AC1F}" type="doc">
      <dgm:prSet loTypeId="urn:microsoft.com/office/officeart/2018/5/layout/IconCircleLabelList" loCatId="icon" qsTypeId="urn:microsoft.com/office/officeart/2005/8/quickstyle/simple1#9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7D4B8FD-4C21-428D-9229-F027E720FEB7}">
      <dgm:prSet/>
      <dgm:spPr/>
      <dgm:t>
        <a:bodyPr/>
        <a:lstStyle/>
        <a:p>
          <a:pPr>
            <a:defRPr cap="all"/>
          </a:pPr>
          <a:r>
            <a:rPr lang="en-US"/>
            <a:t>• 1D → Distribution (histogram, violin, EDF)</a:t>
          </a:r>
        </a:p>
      </dgm:t>
    </dgm:pt>
    <dgm:pt modelId="{60B83CA9-9A49-4C5B-9481-B7C0B29C7E20}" type="parTrans" cxnId="{CB17AA30-3A58-4BB8-A74B-F7AE91AF4331}">
      <dgm:prSet/>
      <dgm:spPr/>
      <dgm:t>
        <a:bodyPr/>
        <a:lstStyle/>
        <a:p>
          <a:endParaRPr lang="en-US"/>
        </a:p>
      </dgm:t>
    </dgm:pt>
    <dgm:pt modelId="{36D9BBC5-96EA-4C5A-969F-34424E665307}" type="sibTrans" cxnId="{CB17AA30-3A58-4BB8-A74B-F7AE91AF4331}">
      <dgm:prSet/>
      <dgm:spPr/>
      <dgm:t>
        <a:bodyPr/>
        <a:lstStyle/>
        <a:p>
          <a:endParaRPr lang="en-US"/>
        </a:p>
      </dgm:t>
    </dgm:pt>
    <dgm:pt modelId="{47B6A8B0-56C8-46DC-B63D-4BFBD7A011BF}">
      <dgm:prSet/>
      <dgm:spPr/>
      <dgm:t>
        <a:bodyPr/>
        <a:lstStyle/>
        <a:p>
          <a:pPr>
            <a:defRPr cap="all"/>
          </a:pPr>
          <a:r>
            <a:rPr lang="en-US"/>
            <a:t>• 2D → Relationships (scatter, heatmap, 2D hist)</a:t>
          </a:r>
        </a:p>
      </dgm:t>
    </dgm:pt>
    <dgm:pt modelId="{86E9CBDC-CB48-4BD7-8E4A-D4D2D461D3D3}" type="parTrans" cxnId="{46732897-1547-4384-BF88-D80F9498D8B5}">
      <dgm:prSet/>
      <dgm:spPr/>
      <dgm:t>
        <a:bodyPr/>
        <a:lstStyle/>
        <a:p>
          <a:endParaRPr lang="en-US"/>
        </a:p>
      </dgm:t>
    </dgm:pt>
    <dgm:pt modelId="{D75EAEB7-F1B2-446E-B9F8-34643F33FFEA}" type="sibTrans" cxnId="{46732897-1547-4384-BF88-D80F9498D8B5}">
      <dgm:prSet/>
      <dgm:spPr/>
      <dgm:t>
        <a:bodyPr/>
        <a:lstStyle/>
        <a:p>
          <a:endParaRPr lang="en-US"/>
        </a:p>
      </dgm:t>
    </dgm:pt>
    <dgm:pt modelId="{FD248B35-9782-48E9-826A-C89B697B7F9B}">
      <dgm:prSet/>
      <dgm:spPr/>
      <dgm:t>
        <a:bodyPr/>
        <a:lstStyle/>
        <a:p>
          <a:pPr>
            <a:defRPr cap="all"/>
          </a:pPr>
          <a:r>
            <a:rPr lang="en-US"/>
            <a:t>• 3D → Surfaces &amp; structures</a:t>
          </a:r>
        </a:p>
      </dgm:t>
    </dgm:pt>
    <dgm:pt modelId="{1458FEFE-A067-4CAE-A77D-9257BA6F89C7}" type="parTrans" cxnId="{96A5EA61-0DBE-4FA3-9B09-4EB1DB62193C}">
      <dgm:prSet/>
      <dgm:spPr/>
      <dgm:t>
        <a:bodyPr/>
        <a:lstStyle/>
        <a:p>
          <a:endParaRPr lang="en-US"/>
        </a:p>
      </dgm:t>
    </dgm:pt>
    <dgm:pt modelId="{09566E2F-4EDB-4E4E-B947-7A401088F27F}" type="sibTrans" cxnId="{96A5EA61-0DBE-4FA3-9B09-4EB1DB62193C}">
      <dgm:prSet/>
      <dgm:spPr/>
      <dgm:t>
        <a:bodyPr/>
        <a:lstStyle/>
        <a:p>
          <a:endParaRPr lang="en-US"/>
        </a:p>
      </dgm:t>
    </dgm:pt>
    <dgm:pt modelId="{CCAE2EAE-BC7A-4A21-84FB-27553C40B1B4}">
      <dgm:prSet/>
      <dgm:spPr/>
      <dgm:t>
        <a:bodyPr/>
        <a:lstStyle/>
        <a:p>
          <a:pPr>
            <a:defRPr cap="all"/>
          </a:pPr>
          <a:r>
            <a:rPr lang="en-US"/>
            <a:t>• Dynamic → Temporal evolution</a:t>
          </a:r>
        </a:p>
      </dgm:t>
    </dgm:pt>
    <dgm:pt modelId="{63D4DD7D-D436-4486-AD55-A88D8B88371A}" type="parTrans" cxnId="{1905775C-390C-43D1-811B-9DAF8196EC35}">
      <dgm:prSet/>
      <dgm:spPr/>
      <dgm:t>
        <a:bodyPr/>
        <a:lstStyle/>
        <a:p>
          <a:endParaRPr lang="en-US"/>
        </a:p>
      </dgm:t>
    </dgm:pt>
    <dgm:pt modelId="{346C07E3-D575-41FE-A602-03C92BB0763D}" type="sibTrans" cxnId="{1905775C-390C-43D1-811B-9DAF8196EC35}">
      <dgm:prSet/>
      <dgm:spPr/>
      <dgm:t>
        <a:bodyPr/>
        <a:lstStyle/>
        <a:p>
          <a:endParaRPr lang="en-US"/>
        </a:p>
      </dgm:t>
    </dgm:pt>
    <dgm:pt modelId="{EAEB946F-4C6E-4305-9AEA-1E71075EB306}">
      <dgm:prSet/>
      <dgm:spPr/>
      <dgm:t>
        <a:bodyPr/>
        <a:lstStyle/>
        <a:p>
          <a:pPr>
            <a:defRPr cap="all"/>
          </a:pPr>
          <a:r>
            <a:rPr lang="en-US"/>
            <a:t>Accessibility: use high contrast colours and avoid colour-only meaning.</a:t>
          </a:r>
        </a:p>
      </dgm:t>
    </dgm:pt>
    <dgm:pt modelId="{0A69ADC7-6B44-40C0-8E59-B248A67D67F3}" type="parTrans" cxnId="{0FA37AA1-1174-441F-83D2-4CE9E2764C6E}">
      <dgm:prSet/>
      <dgm:spPr/>
      <dgm:t>
        <a:bodyPr/>
        <a:lstStyle/>
        <a:p>
          <a:endParaRPr lang="en-US"/>
        </a:p>
      </dgm:t>
    </dgm:pt>
    <dgm:pt modelId="{50097E00-6636-487E-87FC-2E862C52F971}" type="sibTrans" cxnId="{0FA37AA1-1174-441F-83D2-4CE9E2764C6E}">
      <dgm:prSet/>
      <dgm:spPr/>
      <dgm:t>
        <a:bodyPr/>
        <a:lstStyle/>
        <a:p>
          <a:endParaRPr lang="en-US"/>
        </a:p>
      </dgm:t>
    </dgm:pt>
    <dgm:pt modelId="{9CB62277-F9FB-4375-AE0B-5B2EF55A4D3E}">
      <dgm:prSet/>
      <dgm:spPr/>
      <dgm:t>
        <a:bodyPr/>
        <a:lstStyle/>
        <a:p>
          <a:pPr>
            <a:defRPr cap="all"/>
          </a:pPr>
          <a:r>
            <a:rPr lang="en-US"/>
            <a:t>Encourage students to explore view angles, bin sizes, and animation speed.</a:t>
          </a:r>
        </a:p>
      </dgm:t>
    </dgm:pt>
    <dgm:pt modelId="{872721E3-9457-4085-8A9D-5045481E3172}" type="parTrans" cxnId="{ED61375A-B860-43A8-AD24-407704C78ED5}">
      <dgm:prSet/>
      <dgm:spPr/>
      <dgm:t>
        <a:bodyPr/>
        <a:lstStyle/>
        <a:p>
          <a:endParaRPr lang="en-US"/>
        </a:p>
      </dgm:t>
    </dgm:pt>
    <dgm:pt modelId="{E4178F3A-1E3F-43CC-8649-4BE8C42C2DAB}" type="sibTrans" cxnId="{ED61375A-B860-43A8-AD24-407704C78ED5}">
      <dgm:prSet/>
      <dgm:spPr/>
      <dgm:t>
        <a:bodyPr/>
        <a:lstStyle/>
        <a:p>
          <a:endParaRPr lang="en-US"/>
        </a:p>
      </dgm:t>
    </dgm:pt>
    <dgm:pt modelId="{9F77708E-8922-4ABF-8B39-8F4E670089AB}" type="pres">
      <dgm:prSet presAssocID="{D49057DE-E52A-420A-924A-C9E594F2AC1F}" presName="root" presStyleCnt="0">
        <dgm:presLayoutVars>
          <dgm:dir/>
          <dgm:resizeHandles val="exact"/>
        </dgm:presLayoutVars>
      </dgm:prSet>
      <dgm:spPr/>
    </dgm:pt>
    <dgm:pt modelId="{BF2886A4-779A-4597-BDFC-F83A9FB17614}" type="pres">
      <dgm:prSet presAssocID="{D7D4B8FD-4C21-428D-9229-F027E720FEB7}" presName="compNode" presStyleCnt="0"/>
      <dgm:spPr/>
    </dgm:pt>
    <dgm:pt modelId="{2F1772D4-30FD-40FA-B43B-045405CB91BE}" type="pres">
      <dgm:prSet presAssocID="{D7D4B8FD-4C21-428D-9229-F027E720FEB7}" presName="iconBgRect" presStyleLbl="bgShp" presStyleIdx="0" presStyleCnt="6"/>
      <dgm:spPr/>
    </dgm:pt>
    <dgm:pt modelId="{991F3B6B-CCD6-4B0F-856F-2C980ACCF155}" type="pres">
      <dgm:prSet presAssocID="{D7D4B8FD-4C21-428D-9229-F027E720FEB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5B5742BC-06CB-42C3-B036-6745D6B44163}" type="pres">
      <dgm:prSet presAssocID="{D7D4B8FD-4C21-428D-9229-F027E720FEB7}" presName="spaceRect" presStyleCnt="0"/>
      <dgm:spPr/>
    </dgm:pt>
    <dgm:pt modelId="{7F06F72A-B6BA-4E8C-AEA6-C4E028B102DC}" type="pres">
      <dgm:prSet presAssocID="{D7D4B8FD-4C21-428D-9229-F027E720FEB7}" presName="textRect" presStyleLbl="revTx" presStyleIdx="0" presStyleCnt="6">
        <dgm:presLayoutVars>
          <dgm:chMax val="1"/>
          <dgm:chPref val="1"/>
        </dgm:presLayoutVars>
      </dgm:prSet>
      <dgm:spPr/>
    </dgm:pt>
    <dgm:pt modelId="{66F8716F-D4BD-425B-9A97-8C2EE809078A}" type="pres">
      <dgm:prSet presAssocID="{36D9BBC5-96EA-4C5A-969F-34424E665307}" presName="sibTrans" presStyleCnt="0"/>
      <dgm:spPr/>
    </dgm:pt>
    <dgm:pt modelId="{467491DD-E3EE-4344-9D20-01FBAB6B51B2}" type="pres">
      <dgm:prSet presAssocID="{47B6A8B0-56C8-46DC-B63D-4BFBD7A011BF}" presName="compNode" presStyleCnt="0"/>
      <dgm:spPr/>
    </dgm:pt>
    <dgm:pt modelId="{5294F0A2-8524-4E20-B4D0-2F2607C6F251}" type="pres">
      <dgm:prSet presAssocID="{47B6A8B0-56C8-46DC-B63D-4BFBD7A011BF}" presName="iconBgRect" presStyleLbl="bgShp" presStyleIdx="1" presStyleCnt="6"/>
      <dgm:spPr/>
    </dgm:pt>
    <dgm:pt modelId="{F55C839F-1B54-4632-B0F5-9D1F26523FF6}" type="pres">
      <dgm:prSet presAssocID="{47B6A8B0-56C8-46DC-B63D-4BFBD7A011BF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9F8E832-7C9E-471B-9B11-373392E419FA}" type="pres">
      <dgm:prSet presAssocID="{47B6A8B0-56C8-46DC-B63D-4BFBD7A011BF}" presName="spaceRect" presStyleCnt="0"/>
      <dgm:spPr/>
    </dgm:pt>
    <dgm:pt modelId="{230F12BB-3CBB-4526-A7CF-10C21AEAF1A8}" type="pres">
      <dgm:prSet presAssocID="{47B6A8B0-56C8-46DC-B63D-4BFBD7A011BF}" presName="textRect" presStyleLbl="revTx" presStyleIdx="1" presStyleCnt="6">
        <dgm:presLayoutVars>
          <dgm:chMax val="1"/>
          <dgm:chPref val="1"/>
        </dgm:presLayoutVars>
      </dgm:prSet>
      <dgm:spPr/>
    </dgm:pt>
    <dgm:pt modelId="{984166EA-E71E-4E73-935A-D1310A13F130}" type="pres">
      <dgm:prSet presAssocID="{D75EAEB7-F1B2-446E-B9F8-34643F33FFEA}" presName="sibTrans" presStyleCnt="0"/>
      <dgm:spPr/>
    </dgm:pt>
    <dgm:pt modelId="{AD91FD40-BD57-47F5-A697-67E4E1BEB607}" type="pres">
      <dgm:prSet presAssocID="{FD248B35-9782-48E9-826A-C89B697B7F9B}" presName="compNode" presStyleCnt="0"/>
      <dgm:spPr/>
    </dgm:pt>
    <dgm:pt modelId="{41CFC4A9-D8AC-479A-AAB5-63D46541FE8A}" type="pres">
      <dgm:prSet presAssocID="{FD248B35-9782-48E9-826A-C89B697B7F9B}" presName="iconBgRect" presStyleLbl="bgShp" presStyleIdx="2" presStyleCnt="6"/>
      <dgm:spPr/>
    </dgm:pt>
    <dgm:pt modelId="{0B7CFDCD-C2F5-4E65-8C40-1078206232BB}" type="pres">
      <dgm:prSet presAssocID="{FD248B35-9782-48E9-826A-C89B697B7F9B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AB904C2-5942-4BA3-A583-D3731F327E52}" type="pres">
      <dgm:prSet presAssocID="{FD248B35-9782-48E9-826A-C89B697B7F9B}" presName="spaceRect" presStyleCnt="0"/>
      <dgm:spPr/>
    </dgm:pt>
    <dgm:pt modelId="{E62209CB-1B80-47A3-82EE-489FB5672C36}" type="pres">
      <dgm:prSet presAssocID="{FD248B35-9782-48E9-826A-C89B697B7F9B}" presName="textRect" presStyleLbl="revTx" presStyleIdx="2" presStyleCnt="6">
        <dgm:presLayoutVars>
          <dgm:chMax val="1"/>
          <dgm:chPref val="1"/>
        </dgm:presLayoutVars>
      </dgm:prSet>
      <dgm:spPr/>
    </dgm:pt>
    <dgm:pt modelId="{568847DF-2947-4514-8696-FA867ACD46A1}" type="pres">
      <dgm:prSet presAssocID="{09566E2F-4EDB-4E4E-B947-7A401088F27F}" presName="sibTrans" presStyleCnt="0"/>
      <dgm:spPr/>
    </dgm:pt>
    <dgm:pt modelId="{84D376B1-B45A-468C-BAE3-1704B6EF092D}" type="pres">
      <dgm:prSet presAssocID="{CCAE2EAE-BC7A-4A21-84FB-27553C40B1B4}" presName="compNode" presStyleCnt="0"/>
      <dgm:spPr/>
    </dgm:pt>
    <dgm:pt modelId="{ED6BD07B-076B-471A-B533-BBEBE274359A}" type="pres">
      <dgm:prSet presAssocID="{CCAE2EAE-BC7A-4A21-84FB-27553C40B1B4}" presName="iconBgRect" presStyleLbl="bgShp" presStyleIdx="3" presStyleCnt="6"/>
      <dgm:spPr/>
    </dgm:pt>
    <dgm:pt modelId="{D13FCE23-FAA3-4A41-82A2-993A41A23DDD}" type="pres">
      <dgm:prSet presAssocID="{CCAE2EAE-BC7A-4A21-84FB-27553C40B1B4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F848963A-148E-47AF-B011-B8CFA3F6A988}" type="pres">
      <dgm:prSet presAssocID="{CCAE2EAE-BC7A-4A21-84FB-27553C40B1B4}" presName="spaceRect" presStyleCnt="0"/>
      <dgm:spPr/>
    </dgm:pt>
    <dgm:pt modelId="{5985324F-E8FE-4FC9-9E2B-6134D480C237}" type="pres">
      <dgm:prSet presAssocID="{CCAE2EAE-BC7A-4A21-84FB-27553C40B1B4}" presName="textRect" presStyleLbl="revTx" presStyleIdx="3" presStyleCnt="6">
        <dgm:presLayoutVars>
          <dgm:chMax val="1"/>
          <dgm:chPref val="1"/>
        </dgm:presLayoutVars>
      </dgm:prSet>
      <dgm:spPr/>
    </dgm:pt>
    <dgm:pt modelId="{B3A843B3-6DB8-42BC-B2D6-D99C1FE2AE00}" type="pres">
      <dgm:prSet presAssocID="{346C07E3-D575-41FE-A602-03C92BB0763D}" presName="sibTrans" presStyleCnt="0"/>
      <dgm:spPr/>
    </dgm:pt>
    <dgm:pt modelId="{6261E64E-68B1-4113-81EC-12AE22CAAA46}" type="pres">
      <dgm:prSet presAssocID="{EAEB946F-4C6E-4305-9AEA-1E71075EB306}" presName="compNode" presStyleCnt="0"/>
      <dgm:spPr/>
    </dgm:pt>
    <dgm:pt modelId="{6C493666-F2FF-4096-A258-F33EA02E9B67}" type="pres">
      <dgm:prSet presAssocID="{EAEB946F-4C6E-4305-9AEA-1E71075EB306}" presName="iconBgRect" presStyleLbl="bgShp" presStyleIdx="4" presStyleCnt="6"/>
      <dgm:spPr/>
    </dgm:pt>
    <dgm:pt modelId="{8477602E-AA76-4275-A64A-A2ED74C9BE30}" type="pres">
      <dgm:prSet presAssocID="{EAEB946F-4C6E-4305-9AEA-1E71075EB306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AAF08075-8515-4F9A-BE82-ED5002B8A2AC}" type="pres">
      <dgm:prSet presAssocID="{EAEB946F-4C6E-4305-9AEA-1E71075EB306}" presName="spaceRect" presStyleCnt="0"/>
      <dgm:spPr/>
    </dgm:pt>
    <dgm:pt modelId="{81433EB0-08F6-44C9-9C6E-A7C4A12E309B}" type="pres">
      <dgm:prSet presAssocID="{EAEB946F-4C6E-4305-9AEA-1E71075EB306}" presName="textRect" presStyleLbl="revTx" presStyleIdx="4" presStyleCnt="6">
        <dgm:presLayoutVars>
          <dgm:chMax val="1"/>
          <dgm:chPref val="1"/>
        </dgm:presLayoutVars>
      </dgm:prSet>
      <dgm:spPr/>
    </dgm:pt>
    <dgm:pt modelId="{E654D190-8409-4A2B-98B4-D94B7C9E902B}" type="pres">
      <dgm:prSet presAssocID="{50097E00-6636-487E-87FC-2E862C52F971}" presName="sibTrans" presStyleCnt="0"/>
      <dgm:spPr/>
    </dgm:pt>
    <dgm:pt modelId="{BB56A745-0D8A-4F70-865C-3705F199A2F1}" type="pres">
      <dgm:prSet presAssocID="{9CB62277-F9FB-4375-AE0B-5B2EF55A4D3E}" presName="compNode" presStyleCnt="0"/>
      <dgm:spPr/>
    </dgm:pt>
    <dgm:pt modelId="{9D691E4F-07DF-43FA-ADCD-E37A93B7D93F}" type="pres">
      <dgm:prSet presAssocID="{9CB62277-F9FB-4375-AE0B-5B2EF55A4D3E}" presName="iconBgRect" presStyleLbl="bgShp" presStyleIdx="5" presStyleCnt="6"/>
      <dgm:spPr/>
    </dgm:pt>
    <dgm:pt modelId="{DB764324-D214-4AD1-B02D-E3D1B55722C2}" type="pres">
      <dgm:prSet presAssocID="{9CB62277-F9FB-4375-AE0B-5B2EF55A4D3E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08C6472A-9AF3-4838-A5C1-EF7DEB2CC529}" type="pres">
      <dgm:prSet presAssocID="{9CB62277-F9FB-4375-AE0B-5B2EF55A4D3E}" presName="spaceRect" presStyleCnt="0"/>
      <dgm:spPr/>
    </dgm:pt>
    <dgm:pt modelId="{A268E450-5AD1-4B06-9EA6-7284D752C2CE}" type="pres">
      <dgm:prSet presAssocID="{9CB62277-F9FB-4375-AE0B-5B2EF55A4D3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3FCA7223-2673-4863-8844-290DEBCB575F}" type="presOf" srcId="{9CB62277-F9FB-4375-AE0B-5B2EF55A4D3E}" destId="{A268E450-5AD1-4B06-9EA6-7284D752C2CE}" srcOrd="0" destOrd="0" presId="urn:microsoft.com/office/officeart/2018/5/layout/IconCircleLabelList"/>
    <dgm:cxn modelId="{EA88D024-22A9-44E6-B4C9-BAFE8AB6D682}" type="presOf" srcId="{FD248B35-9782-48E9-826A-C89B697B7F9B}" destId="{E62209CB-1B80-47A3-82EE-489FB5672C36}" srcOrd="0" destOrd="0" presId="urn:microsoft.com/office/officeart/2018/5/layout/IconCircleLabelList"/>
    <dgm:cxn modelId="{087F392B-B4A4-4028-9267-3A9C8F64E05C}" type="presOf" srcId="{D49057DE-E52A-420A-924A-C9E594F2AC1F}" destId="{9F77708E-8922-4ABF-8B39-8F4E670089AB}" srcOrd="0" destOrd="0" presId="urn:microsoft.com/office/officeart/2018/5/layout/IconCircleLabelList"/>
    <dgm:cxn modelId="{CB17AA30-3A58-4BB8-A74B-F7AE91AF4331}" srcId="{D49057DE-E52A-420A-924A-C9E594F2AC1F}" destId="{D7D4B8FD-4C21-428D-9229-F027E720FEB7}" srcOrd="0" destOrd="0" parTransId="{60B83CA9-9A49-4C5B-9481-B7C0B29C7E20}" sibTransId="{36D9BBC5-96EA-4C5A-969F-34424E665307}"/>
    <dgm:cxn modelId="{1905775C-390C-43D1-811B-9DAF8196EC35}" srcId="{D49057DE-E52A-420A-924A-C9E594F2AC1F}" destId="{CCAE2EAE-BC7A-4A21-84FB-27553C40B1B4}" srcOrd="3" destOrd="0" parTransId="{63D4DD7D-D436-4486-AD55-A88D8B88371A}" sibTransId="{346C07E3-D575-41FE-A602-03C92BB0763D}"/>
    <dgm:cxn modelId="{96A5EA61-0DBE-4FA3-9B09-4EB1DB62193C}" srcId="{D49057DE-E52A-420A-924A-C9E594F2AC1F}" destId="{FD248B35-9782-48E9-826A-C89B697B7F9B}" srcOrd="2" destOrd="0" parTransId="{1458FEFE-A067-4CAE-A77D-9257BA6F89C7}" sibTransId="{09566E2F-4EDB-4E4E-B947-7A401088F27F}"/>
    <dgm:cxn modelId="{6CC21A70-A2B7-4824-A656-BF625C537947}" type="presOf" srcId="{CCAE2EAE-BC7A-4A21-84FB-27553C40B1B4}" destId="{5985324F-E8FE-4FC9-9E2B-6134D480C237}" srcOrd="0" destOrd="0" presId="urn:microsoft.com/office/officeart/2018/5/layout/IconCircleLabelList"/>
    <dgm:cxn modelId="{ED61375A-B860-43A8-AD24-407704C78ED5}" srcId="{D49057DE-E52A-420A-924A-C9E594F2AC1F}" destId="{9CB62277-F9FB-4375-AE0B-5B2EF55A4D3E}" srcOrd="5" destOrd="0" parTransId="{872721E3-9457-4085-8A9D-5045481E3172}" sibTransId="{E4178F3A-1E3F-43CC-8649-4BE8C42C2DAB}"/>
    <dgm:cxn modelId="{2B3AA08B-4A96-4C99-A741-4EE181B1A556}" type="presOf" srcId="{47B6A8B0-56C8-46DC-B63D-4BFBD7A011BF}" destId="{230F12BB-3CBB-4526-A7CF-10C21AEAF1A8}" srcOrd="0" destOrd="0" presId="urn:microsoft.com/office/officeart/2018/5/layout/IconCircleLabelList"/>
    <dgm:cxn modelId="{46732897-1547-4384-BF88-D80F9498D8B5}" srcId="{D49057DE-E52A-420A-924A-C9E594F2AC1F}" destId="{47B6A8B0-56C8-46DC-B63D-4BFBD7A011BF}" srcOrd="1" destOrd="0" parTransId="{86E9CBDC-CB48-4BD7-8E4A-D4D2D461D3D3}" sibTransId="{D75EAEB7-F1B2-446E-B9F8-34643F33FFEA}"/>
    <dgm:cxn modelId="{0FA37AA1-1174-441F-83D2-4CE9E2764C6E}" srcId="{D49057DE-E52A-420A-924A-C9E594F2AC1F}" destId="{EAEB946F-4C6E-4305-9AEA-1E71075EB306}" srcOrd="4" destOrd="0" parTransId="{0A69ADC7-6B44-40C0-8E59-B248A67D67F3}" sibTransId="{50097E00-6636-487E-87FC-2E862C52F971}"/>
    <dgm:cxn modelId="{2A1B68C7-56DE-418F-955D-29448776CF10}" type="presOf" srcId="{D7D4B8FD-4C21-428D-9229-F027E720FEB7}" destId="{7F06F72A-B6BA-4E8C-AEA6-C4E028B102DC}" srcOrd="0" destOrd="0" presId="urn:microsoft.com/office/officeart/2018/5/layout/IconCircleLabelList"/>
    <dgm:cxn modelId="{0A7D87E6-507A-4BE9-9978-FC50B56F2D8A}" type="presOf" srcId="{EAEB946F-4C6E-4305-9AEA-1E71075EB306}" destId="{81433EB0-08F6-44C9-9C6E-A7C4A12E309B}" srcOrd="0" destOrd="0" presId="urn:microsoft.com/office/officeart/2018/5/layout/IconCircleLabelList"/>
    <dgm:cxn modelId="{95902DD7-0C38-4B60-935E-87F67E0807B8}" type="presParOf" srcId="{9F77708E-8922-4ABF-8B39-8F4E670089AB}" destId="{BF2886A4-779A-4597-BDFC-F83A9FB17614}" srcOrd="0" destOrd="0" presId="urn:microsoft.com/office/officeart/2018/5/layout/IconCircleLabelList"/>
    <dgm:cxn modelId="{18E7BB23-E513-4D35-8A65-20B5A6217460}" type="presParOf" srcId="{BF2886A4-779A-4597-BDFC-F83A9FB17614}" destId="{2F1772D4-30FD-40FA-B43B-045405CB91BE}" srcOrd="0" destOrd="0" presId="urn:microsoft.com/office/officeart/2018/5/layout/IconCircleLabelList"/>
    <dgm:cxn modelId="{D3D303D6-F901-4559-A7D3-0AC32B22F099}" type="presParOf" srcId="{BF2886A4-779A-4597-BDFC-F83A9FB17614}" destId="{991F3B6B-CCD6-4B0F-856F-2C980ACCF155}" srcOrd="1" destOrd="0" presId="urn:microsoft.com/office/officeart/2018/5/layout/IconCircleLabelList"/>
    <dgm:cxn modelId="{D1CECB96-A73D-4076-B8F2-D03F60ECA681}" type="presParOf" srcId="{BF2886A4-779A-4597-BDFC-F83A9FB17614}" destId="{5B5742BC-06CB-42C3-B036-6745D6B44163}" srcOrd="2" destOrd="0" presId="urn:microsoft.com/office/officeart/2018/5/layout/IconCircleLabelList"/>
    <dgm:cxn modelId="{E5015D52-DB16-4169-967C-FC6A02F4EE17}" type="presParOf" srcId="{BF2886A4-779A-4597-BDFC-F83A9FB17614}" destId="{7F06F72A-B6BA-4E8C-AEA6-C4E028B102DC}" srcOrd="3" destOrd="0" presId="urn:microsoft.com/office/officeart/2018/5/layout/IconCircleLabelList"/>
    <dgm:cxn modelId="{1DD0A68E-280E-49BD-AB9E-227F269B702F}" type="presParOf" srcId="{9F77708E-8922-4ABF-8B39-8F4E670089AB}" destId="{66F8716F-D4BD-425B-9A97-8C2EE809078A}" srcOrd="1" destOrd="0" presId="urn:microsoft.com/office/officeart/2018/5/layout/IconCircleLabelList"/>
    <dgm:cxn modelId="{0CC6CF5E-832C-41EF-BE31-8F71A2A72021}" type="presParOf" srcId="{9F77708E-8922-4ABF-8B39-8F4E670089AB}" destId="{467491DD-E3EE-4344-9D20-01FBAB6B51B2}" srcOrd="2" destOrd="0" presId="urn:microsoft.com/office/officeart/2018/5/layout/IconCircleLabelList"/>
    <dgm:cxn modelId="{4D28A005-8A7B-4A25-9442-675D66F664C7}" type="presParOf" srcId="{467491DD-E3EE-4344-9D20-01FBAB6B51B2}" destId="{5294F0A2-8524-4E20-B4D0-2F2607C6F251}" srcOrd="0" destOrd="0" presId="urn:microsoft.com/office/officeart/2018/5/layout/IconCircleLabelList"/>
    <dgm:cxn modelId="{E87CDADB-B162-429B-855A-07D7F2847A84}" type="presParOf" srcId="{467491DD-E3EE-4344-9D20-01FBAB6B51B2}" destId="{F55C839F-1B54-4632-B0F5-9D1F26523FF6}" srcOrd="1" destOrd="0" presId="urn:microsoft.com/office/officeart/2018/5/layout/IconCircleLabelList"/>
    <dgm:cxn modelId="{BAB5A31A-55A2-49C0-A213-7FFDE6361635}" type="presParOf" srcId="{467491DD-E3EE-4344-9D20-01FBAB6B51B2}" destId="{09F8E832-7C9E-471B-9B11-373392E419FA}" srcOrd="2" destOrd="0" presId="urn:microsoft.com/office/officeart/2018/5/layout/IconCircleLabelList"/>
    <dgm:cxn modelId="{9BE4951A-4B09-40C8-B2FE-15CC94662F9B}" type="presParOf" srcId="{467491DD-E3EE-4344-9D20-01FBAB6B51B2}" destId="{230F12BB-3CBB-4526-A7CF-10C21AEAF1A8}" srcOrd="3" destOrd="0" presId="urn:microsoft.com/office/officeart/2018/5/layout/IconCircleLabelList"/>
    <dgm:cxn modelId="{C141D491-20DD-4A1B-A161-5CEA99B38872}" type="presParOf" srcId="{9F77708E-8922-4ABF-8B39-8F4E670089AB}" destId="{984166EA-E71E-4E73-935A-D1310A13F130}" srcOrd="3" destOrd="0" presId="urn:microsoft.com/office/officeart/2018/5/layout/IconCircleLabelList"/>
    <dgm:cxn modelId="{1E69C4B0-02A5-40B8-BE3B-45A229BB9205}" type="presParOf" srcId="{9F77708E-8922-4ABF-8B39-8F4E670089AB}" destId="{AD91FD40-BD57-47F5-A697-67E4E1BEB607}" srcOrd="4" destOrd="0" presId="urn:microsoft.com/office/officeart/2018/5/layout/IconCircleLabelList"/>
    <dgm:cxn modelId="{C7A943DD-ED72-4186-88B2-8C2C59927027}" type="presParOf" srcId="{AD91FD40-BD57-47F5-A697-67E4E1BEB607}" destId="{41CFC4A9-D8AC-479A-AAB5-63D46541FE8A}" srcOrd="0" destOrd="0" presId="urn:microsoft.com/office/officeart/2018/5/layout/IconCircleLabelList"/>
    <dgm:cxn modelId="{F45B6B3F-CFD8-46C5-9652-EE6DFFFD5393}" type="presParOf" srcId="{AD91FD40-BD57-47F5-A697-67E4E1BEB607}" destId="{0B7CFDCD-C2F5-4E65-8C40-1078206232BB}" srcOrd="1" destOrd="0" presId="urn:microsoft.com/office/officeart/2018/5/layout/IconCircleLabelList"/>
    <dgm:cxn modelId="{2505A0F1-C742-4584-A12B-0D55167248E8}" type="presParOf" srcId="{AD91FD40-BD57-47F5-A697-67E4E1BEB607}" destId="{6AB904C2-5942-4BA3-A583-D3731F327E52}" srcOrd="2" destOrd="0" presId="urn:microsoft.com/office/officeart/2018/5/layout/IconCircleLabelList"/>
    <dgm:cxn modelId="{B814CC74-9262-4C4E-AC56-1AD92DAC266A}" type="presParOf" srcId="{AD91FD40-BD57-47F5-A697-67E4E1BEB607}" destId="{E62209CB-1B80-47A3-82EE-489FB5672C36}" srcOrd="3" destOrd="0" presId="urn:microsoft.com/office/officeart/2018/5/layout/IconCircleLabelList"/>
    <dgm:cxn modelId="{D76DF107-C6C4-4B2A-A20A-191AD4C29E74}" type="presParOf" srcId="{9F77708E-8922-4ABF-8B39-8F4E670089AB}" destId="{568847DF-2947-4514-8696-FA867ACD46A1}" srcOrd="5" destOrd="0" presId="urn:microsoft.com/office/officeart/2018/5/layout/IconCircleLabelList"/>
    <dgm:cxn modelId="{134A098F-D645-43AC-B975-2331DEA2CC27}" type="presParOf" srcId="{9F77708E-8922-4ABF-8B39-8F4E670089AB}" destId="{84D376B1-B45A-468C-BAE3-1704B6EF092D}" srcOrd="6" destOrd="0" presId="urn:microsoft.com/office/officeart/2018/5/layout/IconCircleLabelList"/>
    <dgm:cxn modelId="{2E7F5F9F-A3D2-4324-A22C-83E724CD127D}" type="presParOf" srcId="{84D376B1-B45A-468C-BAE3-1704B6EF092D}" destId="{ED6BD07B-076B-471A-B533-BBEBE274359A}" srcOrd="0" destOrd="0" presId="urn:microsoft.com/office/officeart/2018/5/layout/IconCircleLabelList"/>
    <dgm:cxn modelId="{05BD5088-1062-4173-9EF6-46C2D96A8C52}" type="presParOf" srcId="{84D376B1-B45A-468C-BAE3-1704B6EF092D}" destId="{D13FCE23-FAA3-4A41-82A2-993A41A23DDD}" srcOrd="1" destOrd="0" presId="urn:microsoft.com/office/officeart/2018/5/layout/IconCircleLabelList"/>
    <dgm:cxn modelId="{1E2A4BB7-8A9F-402F-9310-8DDC93829CE0}" type="presParOf" srcId="{84D376B1-B45A-468C-BAE3-1704B6EF092D}" destId="{F848963A-148E-47AF-B011-B8CFA3F6A988}" srcOrd="2" destOrd="0" presId="urn:microsoft.com/office/officeart/2018/5/layout/IconCircleLabelList"/>
    <dgm:cxn modelId="{B4635E36-BE8E-49FE-A611-8CD705D1EC11}" type="presParOf" srcId="{84D376B1-B45A-468C-BAE3-1704B6EF092D}" destId="{5985324F-E8FE-4FC9-9E2B-6134D480C237}" srcOrd="3" destOrd="0" presId="urn:microsoft.com/office/officeart/2018/5/layout/IconCircleLabelList"/>
    <dgm:cxn modelId="{FB3751AC-A952-4CCE-88B8-6C7CF50C0B7F}" type="presParOf" srcId="{9F77708E-8922-4ABF-8B39-8F4E670089AB}" destId="{B3A843B3-6DB8-42BC-B2D6-D99C1FE2AE00}" srcOrd="7" destOrd="0" presId="urn:microsoft.com/office/officeart/2018/5/layout/IconCircleLabelList"/>
    <dgm:cxn modelId="{DC36C837-9B60-42F0-BC25-B4DE5BCC0444}" type="presParOf" srcId="{9F77708E-8922-4ABF-8B39-8F4E670089AB}" destId="{6261E64E-68B1-4113-81EC-12AE22CAAA46}" srcOrd="8" destOrd="0" presId="urn:microsoft.com/office/officeart/2018/5/layout/IconCircleLabelList"/>
    <dgm:cxn modelId="{AD0E6864-4081-4941-BF32-421414546332}" type="presParOf" srcId="{6261E64E-68B1-4113-81EC-12AE22CAAA46}" destId="{6C493666-F2FF-4096-A258-F33EA02E9B67}" srcOrd="0" destOrd="0" presId="urn:microsoft.com/office/officeart/2018/5/layout/IconCircleLabelList"/>
    <dgm:cxn modelId="{5C36CC95-34FE-44C4-B791-8C90CDF919DB}" type="presParOf" srcId="{6261E64E-68B1-4113-81EC-12AE22CAAA46}" destId="{8477602E-AA76-4275-A64A-A2ED74C9BE30}" srcOrd="1" destOrd="0" presId="urn:microsoft.com/office/officeart/2018/5/layout/IconCircleLabelList"/>
    <dgm:cxn modelId="{C5C00509-4703-407B-B87C-F9938330CD70}" type="presParOf" srcId="{6261E64E-68B1-4113-81EC-12AE22CAAA46}" destId="{AAF08075-8515-4F9A-BE82-ED5002B8A2AC}" srcOrd="2" destOrd="0" presId="urn:microsoft.com/office/officeart/2018/5/layout/IconCircleLabelList"/>
    <dgm:cxn modelId="{ADEEF87B-9F58-4356-A710-6E4D25062425}" type="presParOf" srcId="{6261E64E-68B1-4113-81EC-12AE22CAAA46}" destId="{81433EB0-08F6-44C9-9C6E-A7C4A12E309B}" srcOrd="3" destOrd="0" presId="urn:microsoft.com/office/officeart/2018/5/layout/IconCircleLabelList"/>
    <dgm:cxn modelId="{83B8D0AA-8300-44D1-8AA6-2C1BBA6C9D8A}" type="presParOf" srcId="{9F77708E-8922-4ABF-8B39-8F4E670089AB}" destId="{E654D190-8409-4A2B-98B4-D94B7C9E902B}" srcOrd="9" destOrd="0" presId="urn:microsoft.com/office/officeart/2018/5/layout/IconCircleLabelList"/>
    <dgm:cxn modelId="{96B6F275-7B88-4C99-BF16-45760B725975}" type="presParOf" srcId="{9F77708E-8922-4ABF-8B39-8F4E670089AB}" destId="{BB56A745-0D8A-4F70-865C-3705F199A2F1}" srcOrd="10" destOrd="0" presId="urn:microsoft.com/office/officeart/2018/5/layout/IconCircleLabelList"/>
    <dgm:cxn modelId="{178D3696-D968-44B2-950F-9ECC6FCE2D0D}" type="presParOf" srcId="{BB56A745-0D8A-4F70-865C-3705F199A2F1}" destId="{9D691E4F-07DF-43FA-ADCD-E37A93B7D93F}" srcOrd="0" destOrd="0" presId="urn:microsoft.com/office/officeart/2018/5/layout/IconCircleLabelList"/>
    <dgm:cxn modelId="{6C125B69-077F-428B-BC55-2F5054754880}" type="presParOf" srcId="{BB56A745-0D8A-4F70-865C-3705F199A2F1}" destId="{DB764324-D214-4AD1-B02D-E3D1B55722C2}" srcOrd="1" destOrd="0" presId="urn:microsoft.com/office/officeart/2018/5/layout/IconCircleLabelList"/>
    <dgm:cxn modelId="{5A23853F-FD3A-495A-B5DF-DA4DF09074FE}" type="presParOf" srcId="{BB56A745-0D8A-4F70-865C-3705F199A2F1}" destId="{08C6472A-9AF3-4838-A5C1-EF7DEB2CC529}" srcOrd="2" destOrd="0" presId="urn:microsoft.com/office/officeart/2018/5/layout/IconCircleLabelList"/>
    <dgm:cxn modelId="{C7F791D0-803B-4069-91A2-75ECB9554867}" type="presParOf" srcId="{BB56A745-0D8A-4F70-865C-3705F199A2F1}" destId="{A268E450-5AD1-4B06-9EA6-7284D752C2C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C36EC4-2568-4C09-A14E-D8C07C670AC7}">
      <dsp:nvSpPr>
        <dsp:cNvPr id="0" name=""/>
        <dsp:cNvSpPr/>
      </dsp:nvSpPr>
      <dsp:spPr>
        <a:xfrm>
          <a:off x="0" y="190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CF291C-0EFE-4550-834E-35EFF65D0262}">
      <dsp:nvSpPr>
        <dsp:cNvPr id="0" name=""/>
        <dsp:cNvSpPr/>
      </dsp:nvSpPr>
      <dsp:spPr>
        <a:xfrm>
          <a:off x="245129" y="184229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BFB94E-F56B-4E8C-8BF6-5408FA84E5BE}">
      <dsp:nvSpPr>
        <dsp:cNvPr id="0" name=""/>
        <dsp:cNvSpPr/>
      </dsp:nvSpPr>
      <dsp:spPr>
        <a:xfrm>
          <a:off x="935949" y="190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</a:t>
          </a:r>
          <a:r>
            <a:rPr lang="en-US" sz="1700" kern="1200" dirty="0" err="1"/>
            <a:t>Swarmplot</a:t>
          </a:r>
          <a:r>
            <a:rPr lang="en-US" sz="1700" kern="1200" dirty="0"/>
            <a:t>: displays individual data points along a categorical axis.</a:t>
          </a:r>
        </a:p>
      </dsp:txBody>
      <dsp:txXfrm>
        <a:off x="935949" y="1901"/>
        <a:ext cx="3790251" cy="810345"/>
      </dsp:txXfrm>
    </dsp:sp>
    <dsp:sp modelId="{34E8037C-BF89-4B14-94B6-2B9D8976A174}">
      <dsp:nvSpPr>
        <dsp:cNvPr id="0" name=""/>
        <dsp:cNvSpPr/>
      </dsp:nvSpPr>
      <dsp:spPr>
        <a:xfrm>
          <a:off x="0" y="1014833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6B7FC-0199-457B-AC1C-1FFFBF4306D2}">
      <dsp:nvSpPr>
        <dsp:cNvPr id="0" name=""/>
        <dsp:cNvSpPr/>
      </dsp:nvSpPr>
      <dsp:spPr>
        <a:xfrm>
          <a:off x="245129" y="1197161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4CA8FE-1639-4354-AC78-33D22795668F}">
      <dsp:nvSpPr>
        <dsp:cNvPr id="0" name=""/>
        <dsp:cNvSpPr/>
      </dsp:nvSpPr>
      <dsp:spPr>
        <a:xfrm>
          <a:off x="935949" y="1014833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Avoids overlap → density visible.</a:t>
          </a:r>
        </a:p>
      </dsp:txBody>
      <dsp:txXfrm>
        <a:off x="935949" y="1014833"/>
        <a:ext cx="3790251" cy="810345"/>
      </dsp:txXfrm>
    </dsp:sp>
    <dsp:sp modelId="{669457E1-F1B5-4D5F-969F-6039895F9A84}">
      <dsp:nvSpPr>
        <dsp:cNvPr id="0" name=""/>
        <dsp:cNvSpPr/>
      </dsp:nvSpPr>
      <dsp:spPr>
        <a:xfrm>
          <a:off x="0" y="2027765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FE9B23-621E-4761-A54A-67946C4BE222}">
      <dsp:nvSpPr>
        <dsp:cNvPr id="0" name=""/>
        <dsp:cNvSpPr/>
      </dsp:nvSpPr>
      <dsp:spPr>
        <a:xfrm>
          <a:off x="245129" y="2210093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78598-4DE6-4A98-BFD7-0BB36BCDB4B5}">
      <dsp:nvSpPr>
        <dsp:cNvPr id="0" name=""/>
        <dsp:cNvSpPr/>
      </dsp:nvSpPr>
      <dsp:spPr>
        <a:xfrm>
          <a:off x="935949" y="2027765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Violin plot: mirrors density (KDE) showing full distribution.</a:t>
          </a:r>
        </a:p>
      </dsp:txBody>
      <dsp:txXfrm>
        <a:off x="935949" y="2027765"/>
        <a:ext cx="3790251" cy="810345"/>
      </dsp:txXfrm>
    </dsp:sp>
    <dsp:sp modelId="{993C0308-29BD-4F58-9142-4EC7E54B3FEE}">
      <dsp:nvSpPr>
        <dsp:cNvPr id="0" name=""/>
        <dsp:cNvSpPr/>
      </dsp:nvSpPr>
      <dsp:spPr>
        <a:xfrm>
          <a:off x="0" y="3040697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322FA4-D3DE-4BC9-BCFA-6D24BE1210CB}">
      <dsp:nvSpPr>
        <dsp:cNvPr id="0" name=""/>
        <dsp:cNvSpPr/>
      </dsp:nvSpPr>
      <dsp:spPr>
        <a:xfrm>
          <a:off x="245129" y="3223025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D0C56-2724-480F-8A0A-352699A62EE4}">
      <dsp:nvSpPr>
        <dsp:cNvPr id="0" name=""/>
        <dsp:cNvSpPr/>
      </dsp:nvSpPr>
      <dsp:spPr>
        <a:xfrm>
          <a:off x="935949" y="3040697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Combining both gives shape + individual values.</a:t>
          </a:r>
        </a:p>
      </dsp:txBody>
      <dsp:txXfrm>
        <a:off x="935949" y="3040697"/>
        <a:ext cx="3790251" cy="810345"/>
      </dsp:txXfrm>
    </dsp:sp>
    <dsp:sp modelId="{713691A2-D105-4835-86D2-CCAE03888FBD}">
      <dsp:nvSpPr>
        <dsp:cNvPr id="0" name=""/>
        <dsp:cNvSpPr/>
      </dsp:nvSpPr>
      <dsp:spPr>
        <a:xfrm>
          <a:off x="0" y="4053629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A14174-0EE8-4AFF-8650-102D08FE790C}">
      <dsp:nvSpPr>
        <dsp:cNvPr id="0" name=""/>
        <dsp:cNvSpPr/>
      </dsp:nvSpPr>
      <dsp:spPr>
        <a:xfrm>
          <a:off x="245129" y="4235957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DB83E-5ED8-4F95-BBE3-0F1C1AAF8A50}">
      <dsp:nvSpPr>
        <dsp:cNvPr id="0" name=""/>
        <dsp:cNvSpPr/>
      </dsp:nvSpPr>
      <dsp:spPr>
        <a:xfrm>
          <a:off x="935949" y="4053629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 Code: sns.swarmplot(x='origin', y='horsepower', data=df)</a:t>
          </a:r>
        </a:p>
      </dsp:txBody>
      <dsp:txXfrm>
        <a:off x="935949" y="4053629"/>
        <a:ext cx="3790251" cy="810345"/>
      </dsp:txXfrm>
    </dsp:sp>
    <dsp:sp modelId="{1E5C1F14-D0DD-409B-B181-77E38D278CBE}">
      <dsp:nvSpPr>
        <dsp:cNvPr id="0" name=""/>
        <dsp:cNvSpPr/>
      </dsp:nvSpPr>
      <dsp:spPr>
        <a:xfrm>
          <a:off x="0" y="506656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8D9240-39DA-49A6-9C21-36328F6CD412}">
      <dsp:nvSpPr>
        <dsp:cNvPr id="0" name=""/>
        <dsp:cNvSpPr/>
      </dsp:nvSpPr>
      <dsp:spPr>
        <a:xfrm>
          <a:off x="245129" y="5248889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C217B-2179-497E-B1AE-08DDBB25ACE1}">
      <dsp:nvSpPr>
        <dsp:cNvPr id="0" name=""/>
        <dsp:cNvSpPr/>
      </dsp:nvSpPr>
      <dsp:spPr>
        <a:xfrm>
          <a:off x="935949" y="506656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sns.violinplot(x='day', y='total_bill', data=df, inner='quartile')</a:t>
          </a:r>
        </a:p>
      </dsp:txBody>
      <dsp:txXfrm>
        <a:off x="935949" y="5066561"/>
        <a:ext cx="3790251" cy="8103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F9747-5DA2-4B4A-800F-A45A0FAF6832}">
      <dsp:nvSpPr>
        <dsp:cNvPr id="0" name=""/>
        <dsp:cNvSpPr/>
      </dsp:nvSpPr>
      <dsp:spPr>
        <a:xfrm>
          <a:off x="0" y="190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42D266-55C5-40B6-81E6-BCC8DD38D1A8}">
      <dsp:nvSpPr>
        <dsp:cNvPr id="0" name=""/>
        <dsp:cNvSpPr/>
      </dsp:nvSpPr>
      <dsp:spPr>
        <a:xfrm>
          <a:off x="245129" y="184229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4BA3F-9D5E-4F7F-B933-06181FD2E01D}">
      <dsp:nvSpPr>
        <dsp:cNvPr id="0" name=""/>
        <dsp:cNvSpPr/>
      </dsp:nvSpPr>
      <dsp:spPr>
        <a:xfrm>
          <a:off x="935949" y="190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Histogram shows frequency in bins.</a:t>
          </a:r>
        </a:p>
      </dsp:txBody>
      <dsp:txXfrm>
        <a:off x="935949" y="1901"/>
        <a:ext cx="3790251" cy="810345"/>
      </dsp:txXfrm>
    </dsp:sp>
    <dsp:sp modelId="{AA8F30D8-1FA8-4BDE-BE1C-9492880E3F1E}">
      <dsp:nvSpPr>
        <dsp:cNvPr id="0" name=""/>
        <dsp:cNvSpPr/>
      </dsp:nvSpPr>
      <dsp:spPr>
        <a:xfrm>
          <a:off x="0" y="1014833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2EF40-830F-4624-9B3B-8DE48BA494CE}">
      <dsp:nvSpPr>
        <dsp:cNvPr id="0" name=""/>
        <dsp:cNvSpPr/>
      </dsp:nvSpPr>
      <dsp:spPr>
        <a:xfrm>
          <a:off x="245129" y="1197161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387C08-1BE0-4A85-BBA8-15EEA30B6452}">
      <dsp:nvSpPr>
        <dsp:cNvPr id="0" name=""/>
        <dsp:cNvSpPr/>
      </dsp:nvSpPr>
      <dsp:spPr>
        <a:xfrm>
          <a:off x="935949" y="1014833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EDF = Empirical Distribution Function: cumulative version of histogram.</a:t>
          </a:r>
        </a:p>
      </dsp:txBody>
      <dsp:txXfrm>
        <a:off x="935949" y="1014833"/>
        <a:ext cx="3790251" cy="810345"/>
      </dsp:txXfrm>
    </dsp:sp>
    <dsp:sp modelId="{1D26918D-D2D1-4542-85AF-D94101F82F0C}">
      <dsp:nvSpPr>
        <dsp:cNvPr id="0" name=""/>
        <dsp:cNvSpPr/>
      </dsp:nvSpPr>
      <dsp:spPr>
        <a:xfrm>
          <a:off x="0" y="2027765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0FC06A-603C-42B5-96B8-BD601130010E}">
      <dsp:nvSpPr>
        <dsp:cNvPr id="0" name=""/>
        <dsp:cNvSpPr/>
      </dsp:nvSpPr>
      <dsp:spPr>
        <a:xfrm>
          <a:off x="245129" y="2210093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A278A-0256-45B9-910E-2A5BA17FAF2D}">
      <dsp:nvSpPr>
        <dsp:cNvPr id="0" name=""/>
        <dsp:cNvSpPr/>
      </dsp:nvSpPr>
      <dsp:spPr>
        <a:xfrm>
          <a:off x="935949" y="2027765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Helpful to compare distributions without bin-size issues.</a:t>
          </a:r>
        </a:p>
      </dsp:txBody>
      <dsp:txXfrm>
        <a:off x="935949" y="2027765"/>
        <a:ext cx="3790251" cy="810345"/>
      </dsp:txXfrm>
    </dsp:sp>
    <dsp:sp modelId="{96D4F074-56E3-45A7-BC75-CA086912A556}">
      <dsp:nvSpPr>
        <dsp:cNvPr id="0" name=""/>
        <dsp:cNvSpPr/>
      </dsp:nvSpPr>
      <dsp:spPr>
        <a:xfrm>
          <a:off x="0" y="3040697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09F0B-955D-45F0-9C40-183D9707C74B}">
      <dsp:nvSpPr>
        <dsp:cNvPr id="0" name=""/>
        <dsp:cNvSpPr/>
      </dsp:nvSpPr>
      <dsp:spPr>
        <a:xfrm>
          <a:off x="245129" y="3223025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F6282E-A549-44DA-B139-41A0D5E86CFB}">
      <dsp:nvSpPr>
        <dsp:cNvPr id="0" name=""/>
        <dsp:cNvSpPr/>
      </dsp:nvSpPr>
      <dsp:spPr>
        <a:xfrm>
          <a:off x="935949" y="3040697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Key Code: plt.hist(x, bins=30)</a:t>
          </a:r>
        </a:p>
      </dsp:txBody>
      <dsp:txXfrm>
        <a:off x="935949" y="3040697"/>
        <a:ext cx="3790251" cy="810345"/>
      </dsp:txXfrm>
    </dsp:sp>
    <dsp:sp modelId="{07A39F92-7250-4059-9DF5-B7BF1BD4B16F}">
      <dsp:nvSpPr>
        <dsp:cNvPr id="0" name=""/>
        <dsp:cNvSpPr/>
      </dsp:nvSpPr>
      <dsp:spPr>
        <a:xfrm>
          <a:off x="0" y="4053629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F1DA0-1396-4B81-A8E6-44DC8F2E134B}">
      <dsp:nvSpPr>
        <dsp:cNvPr id="0" name=""/>
        <dsp:cNvSpPr/>
      </dsp:nvSpPr>
      <dsp:spPr>
        <a:xfrm>
          <a:off x="245129" y="4235957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66BB8F-8DF7-4007-BD3B-F545C2F015A1}">
      <dsp:nvSpPr>
        <dsp:cNvPr id="0" name=""/>
        <dsp:cNvSpPr/>
      </dsp:nvSpPr>
      <dsp:spPr>
        <a:xfrm>
          <a:off x="935949" y="4053629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edf = np.arange(1, len(x_sorted)+1)/len(x_sorted)</a:t>
          </a:r>
        </a:p>
      </dsp:txBody>
      <dsp:txXfrm>
        <a:off x="935949" y="4053629"/>
        <a:ext cx="3790251" cy="810345"/>
      </dsp:txXfrm>
    </dsp:sp>
    <dsp:sp modelId="{FD090B76-CB8F-4FD0-BB80-11E703E72302}">
      <dsp:nvSpPr>
        <dsp:cNvPr id="0" name=""/>
        <dsp:cNvSpPr/>
      </dsp:nvSpPr>
      <dsp:spPr>
        <a:xfrm>
          <a:off x="0" y="506656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29D264-2733-4296-B277-2F080F450F75}">
      <dsp:nvSpPr>
        <dsp:cNvPr id="0" name=""/>
        <dsp:cNvSpPr/>
      </dsp:nvSpPr>
      <dsp:spPr>
        <a:xfrm>
          <a:off x="245129" y="5248889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8B8D2-03FB-491C-8C48-3645B98E131E}">
      <dsp:nvSpPr>
        <dsp:cNvPr id="0" name=""/>
        <dsp:cNvSpPr/>
      </dsp:nvSpPr>
      <dsp:spPr>
        <a:xfrm>
          <a:off x="935949" y="506656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plt.plot(x_sorted, edf)</a:t>
          </a:r>
        </a:p>
      </dsp:txBody>
      <dsp:txXfrm>
        <a:off x="935949" y="5066561"/>
        <a:ext cx="3790251" cy="8103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BAD912-3E71-4E37-8528-F27DF036803F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20249D-A6DC-40DA-8784-8688F88744C8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AED38-BDE6-4511-AF9E-1E98CEC7CC15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 Shows joint distribution of two variables using </a:t>
          </a:r>
          <a:r>
            <a:rPr lang="en-US" sz="1500" kern="1200" dirty="0" err="1"/>
            <a:t>colour</a:t>
          </a:r>
          <a:r>
            <a:rPr lang="en-US" sz="1500" kern="1200" dirty="0"/>
            <a:t> for frequency.</a:t>
          </a:r>
        </a:p>
      </dsp:txBody>
      <dsp:txXfrm>
        <a:off x="1129902" y="4592"/>
        <a:ext cx="3596298" cy="978270"/>
      </dsp:txXfrm>
    </dsp:sp>
    <dsp:sp modelId="{7491C740-0AF0-40C2-B9E1-4EE5FFE329AE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646542-9F2C-4213-A0EF-C9BC903ABA96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99CFB-81A2-43F0-BFC6-5CB500407BBE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 Steps: raw hist2d → add bins → add </a:t>
          </a:r>
          <a:r>
            <a:rPr lang="en-US" sz="1500" kern="1200" dirty="0" err="1"/>
            <a:t>colour</a:t>
          </a:r>
          <a:r>
            <a:rPr lang="en-US" sz="1500" kern="1200" dirty="0"/>
            <a:t> map → add </a:t>
          </a:r>
          <a:r>
            <a:rPr lang="en-US" sz="1500" kern="1200" dirty="0" err="1"/>
            <a:t>colour</a:t>
          </a:r>
          <a:r>
            <a:rPr lang="en-US" sz="1500" kern="1200" dirty="0"/>
            <a:t> bar.</a:t>
          </a:r>
        </a:p>
      </dsp:txBody>
      <dsp:txXfrm>
        <a:off x="1129902" y="1227431"/>
        <a:ext cx="3596298" cy="978270"/>
      </dsp:txXfrm>
    </dsp:sp>
    <dsp:sp modelId="{C6260050-838F-43ED-B74B-8F2862ECB4FC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0B8CD-CBBD-44C5-B161-529F96B845A9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DD4DB8-84A5-4AF6-A818-2AC99A3D1320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 Light </a:t>
          </a:r>
          <a:r>
            <a:rPr lang="en-US" sz="1500" kern="1200" dirty="0" err="1"/>
            <a:t>colours</a:t>
          </a:r>
          <a:r>
            <a:rPr lang="en-US" sz="1500" kern="1200" dirty="0"/>
            <a:t> = high frequency.</a:t>
          </a:r>
        </a:p>
      </dsp:txBody>
      <dsp:txXfrm>
        <a:off x="1129902" y="2450269"/>
        <a:ext cx="3596298" cy="978270"/>
      </dsp:txXfrm>
    </dsp:sp>
    <dsp:sp modelId="{EB9FAA54-DDC1-4709-8CCD-2C8B89403C20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A70D66-D876-4241-807D-CCD1B4458849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6303B-3A3F-4A27-A457-71D480E10510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Key Code: plt.hist2d(x, y, bins=40, cmap='viridis')</a:t>
          </a:r>
        </a:p>
      </dsp:txBody>
      <dsp:txXfrm>
        <a:off x="1129902" y="3673107"/>
        <a:ext cx="3596298" cy="978270"/>
      </dsp:txXfrm>
    </dsp:sp>
    <dsp:sp modelId="{CCE773C5-CFFC-458E-9EB6-0F66DADB1D6A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D97858-CA3C-4630-8C35-C2770BC1F7D0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60C6F-9A82-4F60-AE97-02ADD17179C3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plt.colorbar(label='Count')</a:t>
          </a:r>
        </a:p>
      </dsp:txBody>
      <dsp:txXfrm>
        <a:off x="1129902" y="4895945"/>
        <a:ext cx="3596298" cy="9782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14053-D712-4F33-877C-948F5909BB70}">
      <dsp:nvSpPr>
        <dsp:cNvPr id="0" name=""/>
        <dsp:cNvSpPr/>
      </dsp:nvSpPr>
      <dsp:spPr>
        <a:xfrm>
          <a:off x="0" y="2386"/>
          <a:ext cx="4726201" cy="9252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769C1-FEB3-4EA9-B927-C945608004E0}">
      <dsp:nvSpPr>
        <dsp:cNvPr id="0" name=""/>
        <dsp:cNvSpPr/>
      </dsp:nvSpPr>
      <dsp:spPr>
        <a:xfrm>
          <a:off x="279886" y="210566"/>
          <a:ext cx="508884" cy="5088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D2BAD-CCA8-468D-AB1E-53E17304F267}">
      <dsp:nvSpPr>
        <dsp:cNvPr id="0" name=""/>
        <dsp:cNvSpPr/>
      </dsp:nvSpPr>
      <dsp:spPr>
        <a:xfrm>
          <a:off x="1068657" y="2386"/>
          <a:ext cx="3166112" cy="98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37" tIns="104137" rIns="104137" bIns="1041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Heatmap </a:t>
          </a:r>
          <a:r>
            <a:rPr lang="en-US" sz="1400" kern="1200" dirty="0" err="1"/>
            <a:t>visualises</a:t>
          </a:r>
          <a:r>
            <a:rPr lang="en-US" sz="1400" kern="1200" dirty="0"/>
            <a:t> matrix (e.g., correlations) using </a:t>
          </a:r>
          <a:r>
            <a:rPr lang="en-US" sz="1400" kern="1200" dirty="0" err="1"/>
            <a:t>colours</a:t>
          </a:r>
          <a:r>
            <a:rPr lang="en-US" sz="1400" kern="1200" dirty="0"/>
            <a:t>.</a:t>
          </a:r>
        </a:p>
      </dsp:txBody>
      <dsp:txXfrm>
        <a:off x="1068657" y="2386"/>
        <a:ext cx="3166112" cy="983975"/>
      </dsp:txXfrm>
    </dsp:sp>
    <dsp:sp modelId="{32F9B5C1-5626-413F-AB11-CA5B6780B318}">
      <dsp:nvSpPr>
        <dsp:cNvPr id="0" name=""/>
        <dsp:cNvSpPr/>
      </dsp:nvSpPr>
      <dsp:spPr>
        <a:xfrm>
          <a:off x="0" y="1224901"/>
          <a:ext cx="4726201" cy="9252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8DFDAE-A0C5-48F0-8D7E-469100576292}">
      <dsp:nvSpPr>
        <dsp:cNvPr id="0" name=""/>
        <dsp:cNvSpPr/>
      </dsp:nvSpPr>
      <dsp:spPr>
        <a:xfrm>
          <a:off x="279886" y="1433081"/>
          <a:ext cx="508884" cy="5088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7391F-0B94-41B8-B749-48F662020350}">
      <dsp:nvSpPr>
        <dsp:cNvPr id="0" name=""/>
        <dsp:cNvSpPr/>
      </dsp:nvSpPr>
      <dsp:spPr>
        <a:xfrm>
          <a:off x="1068657" y="1224901"/>
          <a:ext cx="3166112" cy="98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37" tIns="104137" rIns="104137" bIns="1041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Scatter plots show relationships and outliers.</a:t>
          </a:r>
        </a:p>
      </dsp:txBody>
      <dsp:txXfrm>
        <a:off x="1068657" y="1224901"/>
        <a:ext cx="3166112" cy="983975"/>
      </dsp:txXfrm>
    </dsp:sp>
    <dsp:sp modelId="{F6D6CCF9-55CA-42A8-B13E-EA2351577873}">
      <dsp:nvSpPr>
        <dsp:cNvPr id="0" name=""/>
        <dsp:cNvSpPr/>
      </dsp:nvSpPr>
      <dsp:spPr>
        <a:xfrm>
          <a:off x="0" y="2447416"/>
          <a:ext cx="4726201" cy="9252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CBEE9-D9C2-465E-A24F-CE11F3BBB865}">
      <dsp:nvSpPr>
        <dsp:cNvPr id="0" name=""/>
        <dsp:cNvSpPr/>
      </dsp:nvSpPr>
      <dsp:spPr>
        <a:xfrm>
          <a:off x="279886" y="2655596"/>
          <a:ext cx="508884" cy="5088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67D4AB-D216-4BBE-AD2D-B299878A7B94}">
      <dsp:nvSpPr>
        <dsp:cNvPr id="0" name=""/>
        <dsp:cNvSpPr/>
      </dsp:nvSpPr>
      <dsp:spPr>
        <a:xfrm>
          <a:off x="1068657" y="2447416"/>
          <a:ext cx="3166112" cy="98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37" tIns="104137" rIns="104137" bIns="1041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Regression line adds trend.</a:t>
          </a:r>
        </a:p>
      </dsp:txBody>
      <dsp:txXfrm>
        <a:off x="1068657" y="2447416"/>
        <a:ext cx="3166112" cy="983975"/>
      </dsp:txXfrm>
    </dsp:sp>
    <dsp:sp modelId="{04C12BDC-1038-421F-A150-B1E04DDD6D4B}">
      <dsp:nvSpPr>
        <dsp:cNvPr id="0" name=""/>
        <dsp:cNvSpPr/>
      </dsp:nvSpPr>
      <dsp:spPr>
        <a:xfrm>
          <a:off x="0" y="3669931"/>
          <a:ext cx="4726201" cy="9252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B8AB70-5427-4210-8386-B4BB3CCF780B}">
      <dsp:nvSpPr>
        <dsp:cNvPr id="0" name=""/>
        <dsp:cNvSpPr/>
      </dsp:nvSpPr>
      <dsp:spPr>
        <a:xfrm>
          <a:off x="279886" y="3878111"/>
          <a:ext cx="508884" cy="5088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ADAA0-4718-4064-8BA0-E4CDFDA6BEA1}">
      <dsp:nvSpPr>
        <dsp:cNvPr id="0" name=""/>
        <dsp:cNvSpPr/>
      </dsp:nvSpPr>
      <dsp:spPr>
        <a:xfrm>
          <a:off x="1068657" y="3669931"/>
          <a:ext cx="3166112" cy="98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37" tIns="104137" rIns="104137" bIns="1041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Key Code: sns.heatmap(corr, annot=True, fmt='.2f', cmap='coolwarm')</a:t>
          </a:r>
        </a:p>
      </dsp:txBody>
      <dsp:txXfrm>
        <a:off x="1068657" y="3669931"/>
        <a:ext cx="3166112" cy="983975"/>
      </dsp:txXfrm>
    </dsp:sp>
    <dsp:sp modelId="{040E40B9-B436-4C92-B5EA-8FE9B6777081}">
      <dsp:nvSpPr>
        <dsp:cNvPr id="0" name=""/>
        <dsp:cNvSpPr/>
      </dsp:nvSpPr>
      <dsp:spPr>
        <a:xfrm>
          <a:off x="0" y="4892447"/>
          <a:ext cx="4726201" cy="9252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5A2D6A-BB8F-4B8D-A345-FD24E9D1160B}">
      <dsp:nvSpPr>
        <dsp:cNvPr id="0" name=""/>
        <dsp:cNvSpPr/>
      </dsp:nvSpPr>
      <dsp:spPr>
        <a:xfrm>
          <a:off x="279886" y="5100627"/>
          <a:ext cx="508884" cy="5088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BE27C-ED1F-4937-BEAE-7A25A19B5333}">
      <dsp:nvSpPr>
        <dsp:cNvPr id="0" name=""/>
        <dsp:cNvSpPr/>
      </dsp:nvSpPr>
      <dsp:spPr>
        <a:xfrm>
          <a:off x="1068657" y="4892447"/>
          <a:ext cx="3166112" cy="98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37" tIns="104137" rIns="104137" bIns="1041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sns.scatterplot(x='horsepower', y='mpg', data=df)</a:t>
          </a:r>
        </a:p>
      </dsp:txBody>
      <dsp:txXfrm>
        <a:off x="1068657" y="4892447"/>
        <a:ext cx="3166112" cy="9839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6767C2-21D5-44A2-B7B2-587D52A9A1E6}">
      <dsp:nvSpPr>
        <dsp:cNvPr id="0" name=""/>
        <dsp:cNvSpPr/>
      </dsp:nvSpPr>
      <dsp:spPr>
        <a:xfrm>
          <a:off x="0" y="665400"/>
          <a:ext cx="4204051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Adds z-axis to represent third variable.</a:t>
          </a:r>
        </a:p>
      </dsp:txBody>
      <dsp:txXfrm>
        <a:off x="38838" y="704238"/>
        <a:ext cx="4126375" cy="717924"/>
      </dsp:txXfrm>
    </dsp:sp>
    <dsp:sp modelId="{244CBFC5-4BFB-4889-A045-8F04B2E399F2}">
      <dsp:nvSpPr>
        <dsp:cNvPr id="0" name=""/>
        <dsp:cNvSpPr/>
      </dsp:nvSpPr>
      <dsp:spPr>
        <a:xfrm>
          <a:off x="0" y="1518600"/>
          <a:ext cx="4204051" cy="79560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Useful for engineering, medical, and scientific data.</a:t>
          </a:r>
        </a:p>
      </dsp:txBody>
      <dsp:txXfrm>
        <a:off x="38838" y="1557438"/>
        <a:ext cx="4126375" cy="717924"/>
      </dsp:txXfrm>
    </dsp:sp>
    <dsp:sp modelId="{BE7FE0A8-EE67-4B38-8675-A6B1EBDCEC30}">
      <dsp:nvSpPr>
        <dsp:cNvPr id="0" name=""/>
        <dsp:cNvSpPr/>
      </dsp:nvSpPr>
      <dsp:spPr>
        <a:xfrm>
          <a:off x="0" y="2371800"/>
          <a:ext cx="4204051" cy="79560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View angle helps uncover hidden patterns.</a:t>
          </a:r>
        </a:p>
      </dsp:txBody>
      <dsp:txXfrm>
        <a:off x="38838" y="2410638"/>
        <a:ext cx="4126375" cy="717924"/>
      </dsp:txXfrm>
    </dsp:sp>
    <dsp:sp modelId="{E5634908-A3FA-4CDB-9E1A-3EF9463EC451}">
      <dsp:nvSpPr>
        <dsp:cNvPr id="0" name=""/>
        <dsp:cNvSpPr/>
      </dsp:nvSpPr>
      <dsp:spPr>
        <a:xfrm>
          <a:off x="0" y="3225000"/>
          <a:ext cx="4204051" cy="79560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 Code: ax = fig.add_subplot(111, projection='3d')</a:t>
          </a:r>
        </a:p>
      </dsp:txBody>
      <dsp:txXfrm>
        <a:off x="38838" y="3263838"/>
        <a:ext cx="4126375" cy="717924"/>
      </dsp:txXfrm>
    </dsp:sp>
    <dsp:sp modelId="{F5D959C2-7079-46C1-8000-B447E135CB17}">
      <dsp:nvSpPr>
        <dsp:cNvPr id="0" name=""/>
        <dsp:cNvSpPr/>
      </dsp:nvSpPr>
      <dsp:spPr>
        <a:xfrm>
          <a:off x="0" y="4078200"/>
          <a:ext cx="4204051" cy="7956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ax.scatter(X[:,0], X[:,1], X[:,2], marker='*')</a:t>
          </a:r>
        </a:p>
      </dsp:txBody>
      <dsp:txXfrm>
        <a:off x="38838" y="4117038"/>
        <a:ext cx="4126375" cy="7179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74D3C-97B8-404B-938F-8DB907DD778B}">
      <dsp:nvSpPr>
        <dsp:cNvPr id="0" name=""/>
        <dsp:cNvSpPr/>
      </dsp:nvSpPr>
      <dsp:spPr>
        <a:xfrm>
          <a:off x="0" y="112260"/>
          <a:ext cx="4204051" cy="8353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 Represents continuous function Z = f(X, Y).</a:t>
          </a:r>
        </a:p>
      </dsp:txBody>
      <dsp:txXfrm>
        <a:off x="40780" y="153040"/>
        <a:ext cx="4122491" cy="753819"/>
      </dsp:txXfrm>
    </dsp:sp>
    <dsp:sp modelId="{5927B1C0-9303-49AA-903F-D70E2AE4FEB4}">
      <dsp:nvSpPr>
        <dsp:cNvPr id="0" name=""/>
        <dsp:cNvSpPr/>
      </dsp:nvSpPr>
      <dsp:spPr>
        <a:xfrm>
          <a:off x="0" y="1008120"/>
          <a:ext cx="4204051" cy="835379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 Requires </a:t>
          </a:r>
          <a:r>
            <a:rPr lang="en-US" sz="2100" kern="1200" dirty="0" err="1"/>
            <a:t>meshgrid</a:t>
          </a:r>
          <a:r>
            <a:rPr lang="en-US" sz="2100" kern="1200" dirty="0"/>
            <a:t>.</a:t>
          </a:r>
        </a:p>
      </dsp:txBody>
      <dsp:txXfrm>
        <a:off x="40780" y="1048900"/>
        <a:ext cx="4122491" cy="753819"/>
      </dsp:txXfrm>
    </dsp:sp>
    <dsp:sp modelId="{27500B15-EE80-4EB6-A124-EFA18FF8DD22}">
      <dsp:nvSpPr>
        <dsp:cNvPr id="0" name=""/>
        <dsp:cNvSpPr/>
      </dsp:nvSpPr>
      <dsp:spPr>
        <a:xfrm>
          <a:off x="0" y="1903980"/>
          <a:ext cx="4204051" cy="835379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Colour</a:t>
          </a:r>
          <a:r>
            <a:rPr lang="en-US" sz="2100" kern="1200" dirty="0"/>
            <a:t> map encodes Z value.</a:t>
          </a:r>
        </a:p>
      </dsp:txBody>
      <dsp:txXfrm>
        <a:off x="40780" y="1944760"/>
        <a:ext cx="4122491" cy="753819"/>
      </dsp:txXfrm>
    </dsp:sp>
    <dsp:sp modelId="{A5C6A171-48F4-4B59-BD59-42DB4F34C3AC}">
      <dsp:nvSpPr>
        <dsp:cNvPr id="0" name=""/>
        <dsp:cNvSpPr/>
      </dsp:nvSpPr>
      <dsp:spPr>
        <a:xfrm>
          <a:off x="0" y="2799840"/>
          <a:ext cx="4204051" cy="835379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Key Code: X, Y = np.meshgrid(x, y); Z = np.sin(X)*np.cos(Y)</a:t>
          </a:r>
        </a:p>
      </dsp:txBody>
      <dsp:txXfrm>
        <a:off x="40780" y="2840620"/>
        <a:ext cx="4122491" cy="753819"/>
      </dsp:txXfrm>
    </dsp:sp>
    <dsp:sp modelId="{204C22CB-ABB8-4CA0-9B14-4D0325EE02AA}">
      <dsp:nvSpPr>
        <dsp:cNvPr id="0" name=""/>
        <dsp:cNvSpPr/>
      </dsp:nvSpPr>
      <dsp:spPr>
        <a:xfrm>
          <a:off x="0" y="3695700"/>
          <a:ext cx="4204051" cy="835379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ax.plot_surface(X, Y, Z, cmap='viridis')</a:t>
          </a:r>
        </a:p>
      </dsp:txBody>
      <dsp:txXfrm>
        <a:off x="40780" y="3736480"/>
        <a:ext cx="4122491" cy="753819"/>
      </dsp:txXfrm>
    </dsp:sp>
    <dsp:sp modelId="{435FEA01-FF8B-416D-98D6-59BCFAD2F8B3}">
      <dsp:nvSpPr>
        <dsp:cNvPr id="0" name=""/>
        <dsp:cNvSpPr/>
      </dsp:nvSpPr>
      <dsp:spPr>
        <a:xfrm>
          <a:off x="0" y="4591560"/>
          <a:ext cx="4204051" cy="83537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ax.view_init(elev=90, azim=0)</a:t>
          </a:r>
        </a:p>
      </dsp:txBody>
      <dsp:txXfrm>
        <a:off x="40780" y="4632340"/>
        <a:ext cx="4122491" cy="7538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921C0-1866-426A-9DCC-836464C29377}">
      <dsp:nvSpPr>
        <dsp:cNvPr id="0" name=""/>
        <dsp:cNvSpPr/>
      </dsp:nvSpPr>
      <dsp:spPr>
        <a:xfrm>
          <a:off x="0" y="112260"/>
          <a:ext cx="4204051" cy="8353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 Visual updates over time using First-In-First-Out (FIFO) queue.</a:t>
          </a:r>
        </a:p>
      </dsp:txBody>
      <dsp:txXfrm>
        <a:off x="40780" y="153040"/>
        <a:ext cx="4122491" cy="753819"/>
      </dsp:txXfrm>
    </dsp:sp>
    <dsp:sp modelId="{D835E658-4237-476A-9D62-4DA75A60FAA5}">
      <dsp:nvSpPr>
        <dsp:cNvPr id="0" name=""/>
        <dsp:cNvSpPr/>
      </dsp:nvSpPr>
      <dsp:spPr>
        <a:xfrm>
          <a:off x="0" y="1008120"/>
          <a:ext cx="4204051" cy="835379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Shows temporal changes clearly.</a:t>
          </a:r>
        </a:p>
      </dsp:txBody>
      <dsp:txXfrm>
        <a:off x="40780" y="1048900"/>
        <a:ext cx="4122491" cy="753819"/>
      </dsp:txXfrm>
    </dsp:sp>
    <dsp:sp modelId="{F2915213-49F6-46BF-874D-46E9D2777922}">
      <dsp:nvSpPr>
        <dsp:cNvPr id="0" name=""/>
        <dsp:cNvSpPr/>
      </dsp:nvSpPr>
      <dsp:spPr>
        <a:xfrm>
          <a:off x="0" y="1903980"/>
          <a:ext cx="4204051" cy="835379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1. Create queue (deque(</a:t>
          </a:r>
          <a:r>
            <a:rPr lang="en-US" sz="2100" kern="1200" dirty="0" err="1"/>
            <a:t>maxlen</a:t>
          </a:r>
          <a:r>
            <a:rPr lang="en-US" sz="2100" kern="1200" dirty="0"/>
            <a:t>=k))</a:t>
          </a:r>
        </a:p>
      </dsp:txBody>
      <dsp:txXfrm>
        <a:off x="40780" y="1944760"/>
        <a:ext cx="4122491" cy="753819"/>
      </dsp:txXfrm>
    </dsp:sp>
    <dsp:sp modelId="{DA7909E7-6B3D-4AC6-95A2-89840F0355A0}">
      <dsp:nvSpPr>
        <dsp:cNvPr id="0" name=""/>
        <dsp:cNvSpPr/>
      </dsp:nvSpPr>
      <dsp:spPr>
        <a:xfrm>
          <a:off x="0" y="2799840"/>
          <a:ext cx="4204051" cy="835379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2. Append new data</a:t>
          </a:r>
        </a:p>
      </dsp:txBody>
      <dsp:txXfrm>
        <a:off x="40780" y="2840620"/>
        <a:ext cx="4122491" cy="753819"/>
      </dsp:txXfrm>
    </dsp:sp>
    <dsp:sp modelId="{33119DE3-FAB9-439D-990C-8F181476C882}">
      <dsp:nvSpPr>
        <dsp:cNvPr id="0" name=""/>
        <dsp:cNvSpPr/>
      </dsp:nvSpPr>
      <dsp:spPr>
        <a:xfrm>
          <a:off x="0" y="3695700"/>
          <a:ext cx="4204051" cy="835379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3. Drop oldest automatically</a:t>
          </a:r>
        </a:p>
      </dsp:txBody>
      <dsp:txXfrm>
        <a:off x="40780" y="3736480"/>
        <a:ext cx="4122491" cy="753819"/>
      </dsp:txXfrm>
    </dsp:sp>
    <dsp:sp modelId="{D982E52E-4E10-440E-AD11-42DE11F05F72}">
      <dsp:nvSpPr>
        <dsp:cNvPr id="0" name=""/>
        <dsp:cNvSpPr/>
      </dsp:nvSpPr>
      <dsp:spPr>
        <a:xfrm>
          <a:off x="0" y="4591560"/>
          <a:ext cx="4204051" cy="83537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4. Pause or animate updates</a:t>
          </a:r>
        </a:p>
      </dsp:txBody>
      <dsp:txXfrm>
        <a:off x="40780" y="4632340"/>
        <a:ext cx="4122491" cy="75381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22569B-2A12-4E23-95DC-4429084EFA9D}">
      <dsp:nvSpPr>
        <dsp:cNvPr id="0" name=""/>
        <dsp:cNvSpPr/>
      </dsp:nvSpPr>
      <dsp:spPr>
        <a:xfrm>
          <a:off x="0" y="454980"/>
          <a:ext cx="4204051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Dynamic Line: shows live trend of streaming data.</a:t>
          </a:r>
        </a:p>
      </dsp:txBody>
      <dsp:txXfrm>
        <a:off x="42722" y="497702"/>
        <a:ext cx="4118607" cy="789716"/>
      </dsp:txXfrm>
    </dsp:sp>
    <dsp:sp modelId="{EAF9A28C-5EDC-4CC9-A0AD-0C0354057B48}">
      <dsp:nvSpPr>
        <dsp:cNvPr id="0" name=""/>
        <dsp:cNvSpPr/>
      </dsp:nvSpPr>
      <dsp:spPr>
        <a:xfrm>
          <a:off x="0" y="1393500"/>
          <a:ext cx="4204051" cy="87516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Dynamic Scatter: shows new data points appearing over time.</a:t>
          </a:r>
        </a:p>
      </dsp:txBody>
      <dsp:txXfrm>
        <a:off x="42722" y="1436222"/>
        <a:ext cx="4118607" cy="789716"/>
      </dsp:txXfrm>
    </dsp:sp>
    <dsp:sp modelId="{1A8C58BD-9006-4264-9783-9C7C3F9EC6B6}">
      <dsp:nvSpPr>
        <dsp:cNvPr id="0" name=""/>
        <dsp:cNvSpPr/>
      </dsp:nvSpPr>
      <dsp:spPr>
        <a:xfrm>
          <a:off x="0" y="2332020"/>
          <a:ext cx="4204051" cy="87516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Animation uses </a:t>
          </a:r>
          <a:r>
            <a:rPr lang="en-US" sz="2200" kern="1200" dirty="0" err="1"/>
            <a:t>FuncAnimation</a:t>
          </a:r>
          <a:r>
            <a:rPr lang="en-US" sz="2200" kern="1200" dirty="0"/>
            <a:t>.</a:t>
          </a:r>
        </a:p>
      </dsp:txBody>
      <dsp:txXfrm>
        <a:off x="42722" y="2374742"/>
        <a:ext cx="4118607" cy="789716"/>
      </dsp:txXfrm>
    </dsp:sp>
    <dsp:sp modelId="{2176F784-3631-4B5E-97E8-87D3DB3BF9E1}">
      <dsp:nvSpPr>
        <dsp:cNvPr id="0" name=""/>
        <dsp:cNvSpPr/>
      </dsp:nvSpPr>
      <dsp:spPr>
        <a:xfrm>
          <a:off x="0" y="3270540"/>
          <a:ext cx="4204051" cy="87516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Key Code: FuncAnimation(fig, update, interval=100)</a:t>
          </a:r>
        </a:p>
      </dsp:txBody>
      <dsp:txXfrm>
        <a:off x="42722" y="3313262"/>
        <a:ext cx="4118607" cy="789716"/>
      </dsp:txXfrm>
    </dsp:sp>
    <dsp:sp modelId="{61508726-5B9D-4BF9-A8A0-1C8AF467BE86}">
      <dsp:nvSpPr>
        <dsp:cNvPr id="0" name=""/>
        <dsp:cNvSpPr/>
      </dsp:nvSpPr>
      <dsp:spPr>
        <a:xfrm>
          <a:off x="0" y="4209060"/>
          <a:ext cx="4204051" cy="8751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line.set_ydata(data); scat.set_offsets(np.c_[x, y])</a:t>
          </a:r>
        </a:p>
      </dsp:txBody>
      <dsp:txXfrm>
        <a:off x="42722" y="4251782"/>
        <a:ext cx="4118607" cy="78971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772D4-30FD-40FA-B43B-045405CB91BE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1F3B6B-CCD6-4B0F-856F-2C980ACCF155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6F72A-B6BA-4E8C-AEA6-C4E028B102DC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1D → Distribution (histogram, violin, EDF)</a:t>
          </a:r>
        </a:p>
      </dsp:txBody>
      <dsp:txXfrm>
        <a:off x="518589" y="1265836"/>
        <a:ext cx="1582031" cy="632812"/>
      </dsp:txXfrm>
    </dsp:sp>
    <dsp:sp modelId="{5294F0A2-8524-4E20-B4D0-2F2607C6F251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C839F-1B54-4632-B0F5-9D1F26523FF6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F12BB-3CBB-4526-A7CF-10C21AEAF1A8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2D → Relationships (scatter, heatmap, 2D hist)</a:t>
          </a:r>
        </a:p>
      </dsp:txBody>
      <dsp:txXfrm>
        <a:off x="2377476" y="1265836"/>
        <a:ext cx="1582031" cy="632812"/>
      </dsp:txXfrm>
    </dsp:sp>
    <dsp:sp modelId="{41CFC4A9-D8AC-479A-AAB5-63D46541FE8A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7CFDCD-C2F5-4E65-8C40-1078206232BB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209CB-1B80-47A3-82EE-489FB5672C36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3D → Surfaces &amp; structures</a:t>
          </a:r>
        </a:p>
      </dsp:txBody>
      <dsp:txXfrm>
        <a:off x="4236363" y="1265836"/>
        <a:ext cx="1582031" cy="632812"/>
      </dsp:txXfrm>
    </dsp:sp>
    <dsp:sp modelId="{ED6BD07B-076B-471A-B533-BBEBE274359A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3FCE23-FAA3-4A41-82A2-993A41A23DDD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85324F-E8FE-4FC9-9E2B-6134D480C237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Dynamic → Temporal evolution</a:t>
          </a:r>
        </a:p>
      </dsp:txBody>
      <dsp:txXfrm>
        <a:off x="6095249" y="1265836"/>
        <a:ext cx="1582031" cy="632812"/>
      </dsp:txXfrm>
    </dsp:sp>
    <dsp:sp modelId="{6C493666-F2FF-4096-A258-F33EA02E9B67}">
      <dsp:nvSpPr>
        <dsp:cNvPr id="0" name=""/>
        <dsp:cNvSpPr/>
      </dsp:nvSpPr>
      <dsp:spPr>
        <a:xfrm>
          <a:off x="2685972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7602E-AA76-4275-A64A-A2ED74C9BE30}">
      <dsp:nvSpPr>
        <dsp:cNvPr id="0" name=""/>
        <dsp:cNvSpPr/>
      </dsp:nvSpPr>
      <dsp:spPr>
        <a:xfrm>
          <a:off x="2891636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33EB0-08F6-44C9-9C6E-A7C4A12E309B}">
      <dsp:nvSpPr>
        <dsp:cNvPr id="0" name=""/>
        <dsp:cNvSpPr/>
      </dsp:nvSpPr>
      <dsp:spPr>
        <a:xfrm>
          <a:off x="237747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Accessibility: use high contrast colours and avoid colour-only meaning.</a:t>
          </a:r>
        </a:p>
      </dsp:txBody>
      <dsp:txXfrm>
        <a:off x="2377476" y="3559781"/>
        <a:ext cx="1582031" cy="632812"/>
      </dsp:txXfrm>
    </dsp:sp>
    <dsp:sp modelId="{9D691E4F-07DF-43FA-ADCD-E37A93B7D93F}">
      <dsp:nvSpPr>
        <dsp:cNvPr id="0" name=""/>
        <dsp:cNvSpPr/>
      </dsp:nvSpPr>
      <dsp:spPr>
        <a:xfrm>
          <a:off x="4544859" y="2294156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64324-D214-4AD1-B02D-E3D1B55722C2}">
      <dsp:nvSpPr>
        <dsp:cNvPr id="0" name=""/>
        <dsp:cNvSpPr/>
      </dsp:nvSpPr>
      <dsp:spPr>
        <a:xfrm>
          <a:off x="4750523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68E450-5AD1-4B06-9EA6-7284D752C2CE}">
      <dsp:nvSpPr>
        <dsp:cNvPr id="0" name=""/>
        <dsp:cNvSpPr/>
      </dsp:nvSpPr>
      <dsp:spPr>
        <a:xfrm>
          <a:off x="423636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Encourage students to explore view angles, bin sizes, and animation speed.</a:t>
          </a:r>
        </a:p>
      </dsp:txBody>
      <dsp:txXfrm>
        <a:off x="4236363" y="3559781"/>
        <a:ext cx="1582031" cy="63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745DA-A907-69E5-F26E-28FACF6A4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C9D36-8F1B-951C-33CD-C28D5348D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6F1BC-F74C-5D7A-4F3A-27E050574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363E5-638B-D941-DEEB-B8E87349C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AD0CD-7571-F183-D54F-4BE49816D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90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F32E-E801-DB5F-9F0C-3207A8175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8A677-8AB7-79E2-9A79-D356D34D0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27B8B-4CE5-F1B6-57E7-732616C6D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5FF2D-7D98-E6A5-7A2D-8C99574A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6F1D1-DE2B-63B2-1BFD-8C263057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1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DECDE-4D00-5608-A342-DAD874DB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24287-B84C-C90D-CACA-29A5E2D6F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3B586-0BCB-C4D1-6505-690E52520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C2D87-E318-8AD5-D833-0EEE88D5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4528D-9700-8466-E146-AFDB85FD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03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1600-D1BB-E5CE-0A97-8972B12B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25A71-C24E-8A9E-F25D-38C57ED07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C2B9E-0265-ED80-DDAD-37273BD73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D4973-3B3B-10CA-28B0-1207A888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C6D36-1E18-9A49-678B-D7588C93B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C108A-27F4-1FA6-C813-ABEB76A68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2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1C2ED-B045-8206-833D-5F065D4B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BE0EE-35E2-6957-3C2D-D060BB76E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05907-9538-AFFF-D3D9-DBBA156A3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BC128-1215-1066-535F-722772868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4C5D9-C17B-6D95-1543-E3AF143A6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FD6B12-6986-57B8-4C20-2E9066305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9D2A06-A25A-98EF-5D96-57E42705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3AE8D-4489-809F-70A1-1935F04B8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0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38BDB-90EF-B562-6884-99CB2DCA3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05FA6E-D931-41D4-0D7B-0CA64297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FB8E9-0EB5-2977-CCF8-69D991D44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A9BB5-4A1F-93FA-6508-2935C1E01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8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BE89BE-027F-FFB8-FD12-A1853877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BEE896-40C5-34B1-5B8B-E3E2FE1F7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C029C-1869-B35D-203A-30332C16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1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07CB-39CF-57D9-F2A1-C393E6B9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85C6A-D20C-7107-940D-59B5D074E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068A1-F2E6-ECDB-18D7-D066CF461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3458A-85D0-B748-15A6-BAE7C2C3D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498BA-EC80-AF9D-C352-8D0BED87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09342-893F-1841-7E1B-D9775222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85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7105-401E-5C28-874D-4B4A03898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8BB7D-9ADA-598E-8F9B-C657E77144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8B2EC-4035-BC68-0BCA-038B98F85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A38D1-B35D-C0E8-A875-DE4E9C553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30A35-3E5B-E504-B609-984DBA97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15B34-13B0-2B1E-3D46-954221AE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1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1629-1595-8871-A04E-C4FDAB35C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EDEDC-847E-FCA0-94B9-201A54270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D8A4A-087B-92AC-DA7E-9003A014B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BAD98-4D5A-7E01-E808-695FCD92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29627-42BD-C21B-F71A-9FEFDD40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04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87F06-B153-75CC-CCC7-6B36996400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2AC0C5-D258-D924-4FF6-A9060983E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EAFC7-050F-71CC-98B0-B0BCC6BA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621B9-E35C-DF55-A00D-DCD5EEAF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583D5-27A0-2389-2972-69E5DA91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68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">
  <p:cSld name="Title Pag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6"/>
          <p:cNvSpPr txBox="1">
            <a:spLocks noGrp="1"/>
          </p:cNvSpPr>
          <p:nvPr>
            <p:ph type="title"/>
          </p:nvPr>
        </p:nvSpPr>
        <p:spPr>
          <a:xfrm>
            <a:off x="2621757" y="2281561"/>
            <a:ext cx="6140504" cy="228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27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body" idx="1"/>
          </p:nvPr>
        </p:nvSpPr>
        <p:spPr>
          <a:xfrm>
            <a:off x="2622947" y="4784725"/>
            <a:ext cx="6132909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1500">
                <a:solidFill>
                  <a:schemeClr val="lt2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>
                <a:solidFill>
                  <a:schemeClr val="lt2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>
                <a:solidFill>
                  <a:schemeClr val="lt2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8649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D9338-2E9E-73E7-ADEA-353ED8331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8C1C8-59C4-F9F4-5BAA-28DBE3451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CFD09-06D4-4F8F-AEE1-1AD83BE7A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29096-2E37-E09D-484A-65073F7D1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86BCA-D0A9-6889-7D18-36CEE3B73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A533AB-21DB-65DB-D999-3CE8670085DB}"/>
              </a:ext>
            </a:extLst>
          </p:cNvPr>
          <p:cNvSpPr txBox="1"/>
          <p:nvPr/>
        </p:nvSpPr>
        <p:spPr>
          <a:xfrm>
            <a:off x="2286000" y="2549757"/>
            <a:ext cx="65928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Spatial Visualization </a:t>
            </a:r>
            <a:br>
              <a:rPr lang="en-US" sz="4000" dirty="0"/>
            </a:br>
            <a:r>
              <a:rPr lang="en-US" sz="4000" dirty="0"/>
              <a:t>(Data Visualization)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/>
              <a:t>1D Visualisation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E47B9D-42B4-2A11-E1DD-6F4A031F50A1}"/>
              </a:ext>
            </a:extLst>
          </p:cNvPr>
          <p:cNvSpPr txBox="1"/>
          <p:nvPr/>
        </p:nvSpPr>
        <p:spPr>
          <a:xfrm>
            <a:off x="571351" y="2743200"/>
            <a:ext cx="3485179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1D Visualization</a:t>
            </a:r>
            <a:r>
              <a:rPr lang="en-US" sz="1700" dirty="0"/>
              <a:t> – Used to </a:t>
            </a:r>
            <a:r>
              <a:rPr lang="en-US" sz="1700" b="1" dirty="0"/>
              <a:t>show the distribution of a single variable</a:t>
            </a:r>
            <a:r>
              <a:rPr lang="en-US" sz="17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</a:t>
            </a:r>
            <a:r>
              <a:rPr lang="en-US" sz="1700" i="1" dirty="0"/>
              <a:t>Example:</a:t>
            </a:r>
            <a:r>
              <a:rPr lang="en-US" sz="1700" dirty="0"/>
              <a:t> A histogram of students’ exam scores to see how marks are spread.</a:t>
            </a:r>
          </a:p>
        </p:txBody>
      </p:sp>
      <p:pic>
        <p:nvPicPr>
          <p:cNvPr id="66" name="Picture 65" descr="Hand holding a pen shading number on a sheet">
            <a:extLst>
              <a:ext uri="{FF2B5EF4-FFF2-40B4-BE49-F238E27FC236}">
                <a16:creationId xmlns:a16="http://schemas.microsoft.com/office/drawing/2014/main" id="{45D502B3-96AE-E333-3DF2-9D90A032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40" r="441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64144-122E-D9A1-0C94-768A9D327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12F6D72-33FE-7669-8A03-48D2DE63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5081BE-31B0-0EDC-D67E-8274E7D2F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914FD-D360-023E-5777-63A7BDC9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GB" sz="3100">
                <a:solidFill>
                  <a:schemeClr val="bg1"/>
                </a:solidFill>
              </a:rPr>
              <a:t>1D Visualisation: Swarm Plot &amp; Violin Plot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1E545F43-72A9-6CCD-C073-7C66B2F4D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C2534E0-FEE8-78DC-2670-D6F6DB705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FCF6DCA-E274-A80C-068F-7011833E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B9FADE2E-7127-E28C-6B0A-1B6E5660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09E250-37F1-F66B-5AD1-532DE1E2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17D97895-1F44-324F-378F-D37B747A6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F78281E-A61A-CBAC-65FA-041233240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B64EBB5-064A-B83B-6C7E-FC4D33110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94B110D-09E6-B978-A99B-D5E16CA08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C6F69A6-B6D9-AB37-3DA0-0E2F444B4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FAD0E31-AE52-63CB-876E-35F586AC1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65D3E78-8E71-65F4-B4B0-1C519F456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F0F3742-878E-EA04-7BE8-3E3315B2B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67B6036-AD6E-12EC-CDA2-86458103C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E84F87C-9871-968D-0FBA-0FD72B8010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25F7C26-8D96-AEA2-1FCE-BAB95E24C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9C51CA3-027F-4237-9C4D-FE8DC1327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3BB0ADA-6FD3-D7D5-4C52-8C229A6E7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00A842-9E9A-0170-2F10-040C16C0E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7ED05C-17CF-E250-19C4-1661B259B8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3562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GB" sz="3100">
                <a:solidFill>
                  <a:schemeClr val="bg1"/>
                </a:solidFill>
              </a:rPr>
              <a:t>1D Visualisation: Histogram &amp; EDF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C925FE-F47B-CD32-4FCE-406876E260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711021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F928B-558B-195B-F07C-F2FFCA37D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7BF8-B7D3-DB75-D15D-29FFCECB5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dirty="0"/>
              <a:t>2D </a:t>
            </a:r>
            <a:r>
              <a:rPr lang="en-US" sz="3500" dirty="0" err="1"/>
              <a:t>Visualisation</a:t>
            </a:r>
            <a:endParaRPr lang="en-US" sz="3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3CF41-3B3A-FD68-1995-4906C4F86D2A}"/>
              </a:ext>
            </a:extLst>
          </p:cNvPr>
          <p:cNvSpPr txBox="1"/>
          <p:nvPr/>
        </p:nvSpPr>
        <p:spPr>
          <a:xfrm>
            <a:off x="461623" y="2276856"/>
            <a:ext cx="3485179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1600" b="1" dirty="0"/>
              <a:t>2D Visualization</a:t>
            </a:r>
            <a:r>
              <a:rPr lang="en-GB" sz="1600" dirty="0"/>
              <a:t> – Used to </a:t>
            </a:r>
            <a:r>
              <a:rPr lang="en-GB" sz="1600" b="1" dirty="0"/>
              <a:t>compare two variables and reveal relationships</a:t>
            </a:r>
            <a:r>
              <a:rPr lang="en-GB" sz="16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GB" sz="1600" dirty="0"/>
            </a:br>
            <a:r>
              <a:rPr lang="en-GB" sz="1600" i="1" dirty="0"/>
              <a:t>Example:</a:t>
            </a:r>
            <a:r>
              <a:rPr lang="en-GB" sz="1600" dirty="0"/>
              <a:t> A scatter plot of advertising budget vs. sales revenue to check correlation.</a:t>
            </a:r>
            <a:endParaRPr lang="en-US" sz="1700" dirty="0"/>
          </a:p>
        </p:txBody>
      </p:sp>
      <p:pic>
        <p:nvPicPr>
          <p:cNvPr id="66" name="Picture 65" descr="Hand holding a pen shading number on a sheet">
            <a:extLst>
              <a:ext uri="{FF2B5EF4-FFF2-40B4-BE49-F238E27FC236}">
                <a16:creationId xmlns:a16="http://schemas.microsoft.com/office/drawing/2014/main" id="{210D8EED-6380-AF17-A7B7-55309B403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40" r="441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839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GB" sz="3100">
                <a:solidFill>
                  <a:schemeClr val="bg1"/>
                </a:solidFill>
              </a:rPr>
              <a:t>2D Visualisation: Hist2D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18E07F-1A45-9843-495A-6BBDC54F2A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34220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GB" sz="3100">
                <a:solidFill>
                  <a:schemeClr val="bg1"/>
                </a:solidFill>
              </a:rPr>
              <a:t>2D Visualisation: Heatmap &amp; Scatter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DE56CE-B759-BA51-19E4-46564E38A7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636994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B4475-6203-35CB-8B79-54721B42E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EA014-ECD5-3EDC-C2F0-27151146B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dirty="0"/>
              <a:t>3D </a:t>
            </a:r>
            <a:r>
              <a:rPr lang="en-US" sz="3500" dirty="0" err="1"/>
              <a:t>Visualisation</a:t>
            </a:r>
            <a:endParaRPr lang="en-US" sz="3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97927B-D94B-85A3-E672-B7CC31608C68}"/>
              </a:ext>
            </a:extLst>
          </p:cNvPr>
          <p:cNvSpPr txBox="1"/>
          <p:nvPr/>
        </p:nvSpPr>
        <p:spPr>
          <a:xfrm>
            <a:off x="461623" y="2276856"/>
            <a:ext cx="3485179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1600" b="1" dirty="0"/>
              <a:t>3D Visualization</a:t>
            </a:r>
            <a:r>
              <a:rPr lang="en-GB" sz="1600" dirty="0"/>
              <a:t> – Used to </a:t>
            </a:r>
            <a:r>
              <a:rPr lang="en-GB" sz="1600" b="1" dirty="0"/>
              <a:t>represent data with three variables or a surface pattern</a:t>
            </a:r>
            <a:r>
              <a:rPr lang="en-GB" sz="1600" dirty="0"/>
              <a:t>.</a:t>
            </a:r>
            <a:br>
              <a:rPr lang="en-GB" sz="1600" dirty="0"/>
            </a:br>
            <a:endParaRPr lang="en-GB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1600" dirty="0"/>
              <a:t> </a:t>
            </a:r>
            <a:r>
              <a:rPr lang="en-GB" sz="1600" i="1" dirty="0"/>
              <a:t>Example:</a:t>
            </a:r>
            <a:r>
              <a:rPr lang="en-GB" sz="1600" dirty="0"/>
              <a:t> A 3D surface plot of temperature (Z) across latitude (X) and longitude (Y).</a:t>
            </a:r>
            <a:endParaRPr lang="en-US" sz="1700" dirty="0"/>
          </a:p>
        </p:txBody>
      </p:sp>
      <p:pic>
        <p:nvPicPr>
          <p:cNvPr id="66" name="Picture 65" descr="Hand holding a pen shading number on a sheet">
            <a:extLst>
              <a:ext uri="{FF2B5EF4-FFF2-40B4-BE49-F238E27FC236}">
                <a16:creationId xmlns:a16="http://schemas.microsoft.com/office/drawing/2014/main" id="{8E0227C9-4944-FF51-1DED-96AB29B488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40" r="441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338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r>
              <a:rPr lang="fr-FR" sz="2800">
                <a:solidFill>
                  <a:schemeClr val="bg1"/>
                </a:solidFill>
              </a:rPr>
              <a:t>3D Visualisation: Concept &amp; Point Cloud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93BCA8DE-DA44-8E68-76C3-A2E9467C7D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8627962"/>
              </p:ext>
            </p:extLst>
          </p:nvPr>
        </p:nvGraphicFramePr>
        <p:xfrm>
          <a:off x="4079965" y="637762"/>
          <a:ext cx="420405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3D Visualisation: Surface Plot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BD8C71-C02E-4DE3-7146-ED227CEDCF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3946551"/>
              </p:ext>
            </p:extLst>
          </p:nvPr>
        </p:nvGraphicFramePr>
        <p:xfrm>
          <a:off x="4079965" y="637762"/>
          <a:ext cx="420405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D7E05-A396-7B28-2D05-5A765659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39947-FE62-764A-E409-3F4DD471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dirty="0"/>
              <a:t>4D </a:t>
            </a:r>
            <a:r>
              <a:rPr lang="en-US" sz="3500" dirty="0" err="1"/>
              <a:t>Visualisation</a:t>
            </a:r>
            <a:endParaRPr lang="en-US" sz="3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4F071-4A93-3568-428F-05D6CE2C5F46}"/>
              </a:ext>
            </a:extLst>
          </p:cNvPr>
          <p:cNvSpPr txBox="1"/>
          <p:nvPr/>
        </p:nvSpPr>
        <p:spPr>
          <a:xfrm>
            <a:off x="461623" y="2276856"/>
            <a:ext cx="3485179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1600" b="1" dirty="0"/>
              <a:t>Dynamic Visualization</a:t>
            </a:r>
            <a:r>
              <a:rPr lang="en-GB" sz="1600" dirty="0"/>
              <a:t> – Used to </a:t>
            </a:r>
            <a:r>
              <a:rPr lang="en-GB" sz="1600" b="1" dirty="0"/>
              <a:t>display how data changes over time through animation</a:t>
            </a:r>
            <a:r>
              <a:rPr lang="en-GB" sz="1600" dirty="0"/>
              <a:t>.</a:t>
            </a:r>
            <a:br>
              <a:rPr lang="en-GB" sz="1600" dirty="0"/>
            </a:br>
            <a:endParaRPr lang="en-GB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1600" i="1" dirty="0"/>
              <a:t>Example:</a:t>
            </a:r>
            <a:r>
              <a:rPr lang="en-GB" sz="1600" dirty="0"/>
              <a:t> A live line chart showing stock prices updating every second.</a:t>
            </a:r>
            <a:endParaRPr lang="en-US" sz="1700" dirty="0"/>
          </a:p>
        </p:txBody>
      </p:sp>
      <p:pic>
        <p:nvPicPr>
          <p:cNvPr id="66" name="Picture 65" descr="Hand holding a pen shading number on a sheet">
            <a:extLst>
              <a:ext uri="{FF2B5EF4-FFF2-40B4-BE49-F238E27FC236}">
                <a16:creationId xmlns:a16="http://schemas.microsoft.com/office/drawing/2014/main" id="{0D77F82D-134B-EDAE-64F5-BAB93F3606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40" r="441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94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Dynamic Visualisation: Rolling Window Idea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7E2897-A536-C13D-748B-576C8DF6F5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4844519"/>
              </p:ext>
            </p:extLst>
          </p:nvPr>
        </p:nvGraphicFramePr>
        <p:xfrm>
          <a:off x="4079965" y="637762"/>
          <a:ext cx="420405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Dynamic Line &amp; Scatter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8D85D7-9866-B99C-FA51-1E6C060FE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0160956"/>
              </p:ext>
            </p:extLst>
          </p:nvPr>
        </p:nvGraphicFramePr>
        <p:xfrm>
          <a:off x="4079965" y="637762"/>
          <a:ext cx="420405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Summary &amp; Teaching Notes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8596464-6670-87E2-0DA7-FE2764E2CE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02254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776</Words>
  <Application>Microsoft Office PowerPoint</Application>
  <PresentationFormat>On-screen Show (4:3)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1D Visualisation</vt:lpstr>
      <vt:lpstr>1D Visualisation: Swarm Plot &amp; Violin Plot</vt:lpstr>
      <vt:lpstr>1D Visualisation: Histogram &amp; EDF</vt:lpstr>
      <vt:lpstr>2D Visualisation</vt:lpstr>
      <vt:lpstr>2D Visualisation: Hist2D</vt:lpstr>
      <vt:lpstr>2D Visualisation: Heatmap &amp; Scatter</vt:lpstr>
      <vt:lpstr>3D Visualisation</vt:lpstr>
      <vt:lpstr>3D Visualisation: Concept &amp; Point Cloud</vt:lpstr>
      <vt:lpstr>3D Visualisation: Surface Plot</vt:lpstr>
      <vt:lpstr>4D Visualisation</vt:lpstr>
      <vt:lpstr>Dynamic Visualisation: Rolling Window Idea</vt:lpstr>
      <vt:lpstr>Dynamic Line &amp; Scatter</vt:lpstr>
      <vt:lpstr>Summary &amp; Teaching Notes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Ahmed Hassan</dc:creator>
  <cp:keywords/>
  <dc:description>generated using python-pptx</dc:description>
  <cp:lastModifiedBy>Ahmed Hassan</cp:lastModifiedBy>
  <cp:revision>5</cp:revision>
  <dcterms:created xsi:type="dcterms:W3CDTF">2013-01-27T09:14:16Z</dcterms:created>
  <dcterms:modified xsi:type="dcterms:W3CDTF">2026-10-14T07:02:52Z</dcterms:modified>
  <cp:category/>
</cp:coreProperties>
</file>